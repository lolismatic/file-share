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147" r:id="rId6"/>
    <p:sldMasterId id="2147484150" r:id="rId7"/>
    <p:sldMasterId id="2147484210" r:id="rId8"/>
    <p:sldMasterId id="2147484172" r:id="rId9"/>
  </p:sldMasterIdLst>
  <p:notesMasterIdLst>
    <p:notesMasterId r:id="rId15"/>
  </p:notesMasterIdLst>
  <p:handoutMasterIdLst>
    <p:handoutMasterId r:id="rId16"/>
  </p:handoutMasterIdLst>
  <p:sldIdLst>
    <p:sldId id="2147478630" r:id="rId10"/>
    <p:sldId id="2147483641" r:id="rId11"/>
    <p:sldId id="2147483642" r:id="rId12"/>
    <p:sldId id="2147483646" r:id="rId13"/>
    <p:sldId id="214748364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FB4C25-348B-FCE9-4659-E021C146FBE3}" name="Douglas Allen" initials="DA" userId="S::douglas.allen@concentrix.com::e8f4b03d-e1f1-4286-9d11-1532da7e3c3e" providerId="AD"/>
  <p188:author id="{69240D70-3829-9AAB-C1F7-84502455A320}" name="Martin Kloha" initials="MK" userId="S::mkloha@de.webhelp.com::1a95eb84-5659-4d22-8ab3-0c2bec8c21a3" providerId="AD"/>
  <p188:author id="{80132A7D-FC46-DDC4-C801-C9CAAE437809}" name="Devon Snyder" initials="DS" userId="S::devon.snyder@concentrix.com::a4cd74e2-854e-48e2-b45a-5666ce7b922e" providerId="AD"/>
  <p188:author id="{D992BFA1-65EF-5CB9-100E-210F9612BBE5}" name="Laura Soeteman" initials="LS" userId="S::lsoeteman@webhelp.fr::ed307016-423b-428f-a8af-35fbda01e3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EEE0"/>
    <a:srgbClr val="003D5B"/>
    <a:srgbClr val="003365"/>
    <a:srgbClr val="07BED2"/>
    <a:srgbClr val="004650"/>
    <a:srgbClr val="E4C34A"/>
    <a:srgbClr val="44AF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0E232D-DC24-4DEF-967F-61CBD4327990}" v="52" dt="2024-03-12T17:21:23.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p:cViewPr varScale="1">
        <p:scale>
          <a:sx n="128" d="100"/>
          <a:sy n="128" d="100"/>
        </p:scale>
        <p:origin x="480" y="176"/>
      </p:cViewPr>
      <p:guideLst>
        <p:guide orient="horz" pos="2183"/>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 Target="slides/slide4.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Master" Target="slideMasters/slideMaster2.xml"/><Relationship Id="rId12" Type="http://schemas.openxmlformats.org/officeDocument/2006/relationships/slide" Target="slides/slide3.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2.xml"/><Relationship Id="rId5" Type="http://schemas.openxmlformats.org/officeDocument/2006/relationships/customXml" Target="../customXml/item5.xml"/><Relationship Id="rId15"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 Target="slides/slide5.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50F5908-9486-470D-A867-0C4957A71D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9DF16DF-9A0F-4896-8FC1-2017B62A58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93A369-7C55-4831-95E7-8238D1BB65C0}" type="datetimeFigureOut">
              <a:rPr lang="en-US" smtClean="0"/>
              <a:t>2/3/26</a:t>
            </a:fld>
            <a:endParaRPr lang="en-US"/>
          </a:p>
        </p:txBody>
      </p:sp>
      <p:sp>
        <p:nvSpPr>
          <p:cNvPr id="4" name="Footer Placeholder 3">
            <a:extLst>
              <a:ext uri="{FF2B5EF4-FFF2-40B4-BE49-F238E27FC236}">
                <a16:creationId xmlns:a16="http://schemas.microsoft.com/office/drawing/2014/main" id="{2269F69F-4135-4A3C-BDE5-A59B31242B2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380C38-D28B-40E7-8F00-5B48428C6E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F8F09B-82C6-4796-89B2-F9BCD933D9CE}" type="slidenum">
              <a:rPr lang="en-US" smtClean="0"/>
              <a:t>‹#›</a:t>
            </a:fld>
            <a:endParaRPr lang="en-US"/>
          </a:p>
        </p:txBody>
      </p:sp>
    </p:spTree>
    <p:extLst>
      <p:ext uri="{BB962C8B-B14F-4D97-AF65-F5344CB8AC3E}">
        <p14:creationId xmlns:p14="http://schemas.microsoft.com/office/powerpoint/2010/main" val="14299394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3EF906-4121-4455-8366-54087BC833CC}" type="datetimeFigureOut">
              <a:rPr lang="en-US" smtClean="0"/>
              <a:t>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06462-3695-4A2C-9D61-E969D1C4DB1B}" type="slidenum">
              <a:rPr lang="en-US" smtClean="0"/>
              <a:t>‹#›</a:t>
            </a:fld>
            <a:endParaRPr lang="en-US"/>
          </a:p>
        </p:txBody>
      </p:sp>
    </p:spTree>
    <p:extLst>
      <p:ext uri="{BB962C8B-B14F-4D97-AF65-F5344CB8AC3E}">
        <p14:creationId xmlns:p14="http://schemas.microsoft.com/office/powerpoint/2010/main" val="162294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6DEFE-9544-F3EB-D9C3-CEF23FFCC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1126F-39EA-B2E7-F041-90D41B176385}"/>
              </a:ext>
            </a:extLst>
          </p:cNvPr>
          <p:cNvSpPr>
            <a:spLocks noGrp="1" noRot="1" noChangeAspect="1"/>
          </p:cNvSpPr>
          <p:nvPr>
            <p:ph type="sldImg"/>
          </p:nvPr>
        </p:nvSpPr>
        <p:spPr>
          <a:xfrm>
            <a:off x="1179513" y="241300"/>
            <a:ext cx="4646612" cy="2613025"/>
          </a:xfrm>
        </p:spPr>
      </p:sp>
      <p:sp>
        <p:nvSpPr>
          <p:cNvPr id="3" name="Notes Placeholder 2">
            <a:extLst>
              <a:ext uri="{FF2B5EF4-FFF2-40B4-BE49-F238E27FC236}">
                <a16:creationId xmlns:a16="http://schemas.microsoft.com/office/drawing/2014/main" id="{2C24BB63-6A89-CDCD-F52F-DB60D1A03D22}"/>
              </a:ext>
            </a:extLst>
          </p:cNvPr>
          <p:cNvSpPr>
            <a:spLocks noGrp="1"/>
          </p:cNvSpPr>
          <p:nvPr>
            <p:ph type="body" idx="1"/>
          </p:nvPr>
        </p:nvSpPr>
        <p:spPr/>
        <p:txBody>
          <a:bodyPr/>
          <a:lstStyle/>
          <a:p>
            <a:pPr marL="342900" marR="0" lvl="0" indent="-342900">
              <a:lnSpc>
                <a:spcPct val="116000"/>
              </a:lnSpc>
              <a:buFont typeface="Symbol" panose="05050102010706020507" pitchFamily="18" charset="2"/>
              <a:buChar char=""/>
            </a:pPr>
            <a:r>
              <a:rPr lang="en-US" sz="1400">
                <a:effectLst/>
                <a:latin typeface="Aptos"/>
                <a:ea typeface="Times New Roman" panose="02020603050405020304" pitchFamily="18" charset="0"/>
                <a:cs typeface="Times New Roman" panose="02020603050405020304" pitchFamily="18" charset="0"/>
              </a:rPr>
              <a:t>What is an </a:t>
            </a:r>
            <a:r>
              <a:rPr lang="en-US" sz="1400">
                <a:latin typeface="Aptos"/>
                <a:ea typeface="Times New Roman" panose="02020603050405020304" pitchFamily="18" charset="0"/>
                <a:cs typeface="Times New Roman" panose="02020603050405020304" pitchFamily="18" charset="0"/>
              </a:rPr>
              <a:t>intelligent</a:t>
            </a:r>
            <a:r>
              <a:rPr lang="en-US" sz="1400">
                <a:effectLst/>
                <a:latin typeface="Aptos"/>
                <a:ea typeface="Times New Roman" panose="02020603050405020304" pitchFamily="18" charset="0"/>
                <a:cs typeface="Times New Roman" panose="02020603050405020304" pitchFamily="18" charset="0"/>
              </a:rPr>
              <a:t> enterprise/ So, the new intelligent Enterprise is one that openly embraces AI and is smarter and more agile and can seamlessly integrate humans + AI</a:t>
            </a:r>
          </a:p>
          <a:p>
            <a:pPr marL="742950" marR="0" lvl="1" indent="-285750">
              <a:lnSpc>
                <a:spcPct val="116000"/>
              </a:lnSpc>
              <a:buFont typeface="Courier New" panose="02070309020205020404" pitchFamily="49" charset="0"/>
              <a:buChar char="o"/>
            </a:pPr>
            <a:r>
              <a:rPr lang="en-US" sz="1400">
                <a:effectLst/>
                <a:latin typeface="Aptos"/>
                <a:ea typeface="Times New Roman" panose="02020603050405020304" pitchFamily="18" charset="0"/>
                <a:cs typeface="Times New Roman" panose="02020603050405020304" pitchFamily="18" charset="0"/>
              </a:rPr>
              <a:t>In an intelligent enterprise …</a:t>
            </a:r>
          </a:p>
          <a:p>
            <a:pPr marL="914400" marR="0">
              <a:lnSpc>
                <a:spcPct val="116000"/>
              </a:lnSpc>
              <a:buNone/>
            </a:pPr>
            <a:r>
              <a:rPr lang="en-US" sz="1400">
                <a:effectLst/>
                <a:latin typeface="Aptos"/>
                <a:ea typeface="Times New Roman" panose="02020603050405020304" pitchFamily="18" charset="0"/>
                <a:cs typeface="Times New Roman" panose="02020603050405020304" pitchFamily="18" charset="0"/>
              </a:rPr>
              <a:t> </a:t>
            </a:r>
          </a:p>
          <a:p>
            <a:pPr marL="742950" marR="0" lvl="1" indent="-285750">
              <a:lnSpc>
                <a:spcPct val="116000"/>
              </a:lnSpc>
              <a:buFont typeface="Courier New" panose="02070309020205020404" pitchFamily="49" charset="0"/>
              <a:buChar char="o"/>
            </a:pPr>
            <a:r>
              <a:rPr lang="en-US" sz="1400" b="1">
                <a:effectLst/>
                <a:latin typeface="Aptos"/>
                <a:ea typeface="Times New Roman" panose="02020603050405020304" pitchFamily="18" charset="0"/>
                <a:cs typeface="Times New Roman" panose="02020603050405020304" pitchFamily="18" charset="0"/>
              </a:rPr>
              <a:t>KW to Intel Worker</a:t>
            </a:r>
            <a:r>
              <a:rPr lang="en-US" sz="1400">
                <a:effectLst/>
                <a:latin typeface="Aptos"/>
                <a:ea typeface="Times New Roman" panose="02020603050405020304" pitchFamily="18" charset="0"/>
                <a:cs typeface="Times New Roman" panose="02020603050405020304" pitchFamily="18" charset="0"/>
              </a:rPr>
              <a:t>, </a:t>
            </a:r>
            <a:r>
              <a:rPr lang="en-US" sz="1400" err="1">
                <a:effectLst/>
                <a:latin typeface="Aptos"/>
                <a:ea typeface="Times New Roman" panose="02020603050405020304" pitchFamily="18" charset="0"/>
                <a:cs typeface="Times New Roman" panose="02020603050405020304" pitchFamily="18" charset="0"/>
              </a:rPr>
              <a:t>elim</a:t>
            </a:r>
            <a:r>
              <a:rPr lang="en-US" sz="1400">
                <a:effectLst/>
                <a:latin typeface="Aptos"/>
                <a:ea typeface="Times New Roman" panose="02020603050405020304" pitchFamily="18" charset="0"/>
                <a:cs typeface="Times New Roman" panose="02020603050405020304" pitchFamily="18" charset="0"/>
              </a:rPr>
              <a:t>. Repetitive tasks free up human creativity and innovation</a:t>
            </a:r>
          </a:p>
          <a:p>
            <a:pPr marL="742950" marR="0" lvl="1" indent="-285750">
              <a:lnSpc>
                <a:spcPct val="116000"/>
              </a:lnSpc>
              <a:buFont typeface="Courier New" panose="02070309020205020404" pitchFamily="49" charset="0"/>
              <a:buChar char="o"/>
            </a:pPr>
            <a:r>
              <a:rPr lang="en-US" sz="1400" b="1">
                <a:effectLst/>
                <a:latin typeface="Aptos"/>
                <a:ea typeface="Times New Roman" panose="02020603050405020304" pitchFamily="18" charset="0"/>
                <a:cs typeface="Times New Roman" panose="02020603050405020304" pitchFamily="18" charset="0"/>
              </a:rPr>
              <a:t>Cust Eng to Brand conversations</a:t>
            </a:r>
            <a:r>
              <a:rPr lang="en-US" sz="1400">
                <a:effectLst/>
                <a:latin typeface="Aptos"/>
                <a:ea typeface="Times New Roman" panose="02020603050405020304" pitchFamily="18" charset="0"/>
                <a:cs typeface="Times New Roman" panose="02020603050405020304" pitchFamily="18" charset="0"/>
              </a:rPr>
              <a:t>, deeper connections backed by data and insights, </a:t>
            </a:r>
          </a:p>
          <a:p>
            <a:pPr marL="742950" marR="0" lvl="1" indent="-285750">
              <a:lnSpc>
                <a:spcPct val="116000"/>
              </a:lnSpc>
              <a:buFont typeface="Courier New" panose="02070309020205020404" pitchFamily="49" charset="0"/>
              <a:buChar char="o"/>
            </a:pPr>
            <a:r>
              <a:rPr lang="en-US" sz="1400">
                <a:effectLst/>
                <a:latin typeface="Aptos"/>
                <a:ea typeface="Times New Roman" panose="02020603050405020304" pitchFamily="18" charset="0"/>
                <a:cs typeface="Times New Roman" panose="02020603050405020304" pitchFamily="18" charset="0"/>
              </a:rPr>
              <a:t>All of this </a:t>
            </a:r>
            <a:r>
              <a:rPr lang="en-US" sz="1400" b="1">
                <a:effectLst/>
                <a:latin typeface="Aptos"/>
                <a:ea typeface="Times New Roman" panose="02020603050405020304" pitchFamily="18" charset="0"/>
                <a:cs typeface="Times New Roman" panose="02020603050405020304" pitchFamily="18" charset="0"/>
              </a:rPr>
              <a:t>Requiring new operations</a:t>
            </a:r>
            <a:r>
              <a:rPr lang="en-US" sz="1400">
                <a:effectLst/>
                <a:latin typeface="Aptos"/>
                <a:ea typeface="Times New Roman" panose="02020603050405020304" pitchFamily="18" charset="0"/>
                <a:cs typeface="Times New Roman" panose="02020603050405020304" pitchFamily="18" charset="0"/>
              </a:rPr>
              <a:t>, less rigid, more agile</a:t>
            </a:r>
          </a:p>
          <a:p>
            <a:pPr marL="457200">
              <a:lnSpc>
                <a:spcPct val="115999"/>
              </a:lnSpc>
            </a:pPr>
            <a:r>
              <a:rPr lang="en-US" sz="1400">
                <a:latin typeface="Aptos"/>
              </a:rPr>
              <a:t> </a:t>
            </a:r>
            <a:endParaRPr lang="en-US"/>
          </a:p>
          <a:p>
            <a:r>
              <a:rPr lang="en-US" b="0"/>
              <a:t>·</a:t>
            </a:r>
            <a:r>
              <a:rPr lang="en-US"/>
              <a:t>Successful and Intelligent companies in the future will blend AI with humans to unlock value at every step in an employee and a customer journey.  </a:t>
            </a:r>
            <a:endParaRPr lang="en-US">
              <a:ea typeface="Calibri"/>
              <a:cs typeface="Calibri"/>
            </a:endParaRPr>
          </a:p>
          <a:p>
            <a:r>
              <a:rPr lang="en-US" b="0"/>
              <a:t>·</a:t>
            </a:r>
            <a:r>
              <a:rPr lang="en-US"/>
              <a:t>In these organizations, AI is central to how they operate and integrated into the operating philosophy of the business. Anchored by </a:t>
            </a:r>
            <a:r>
              <a:rPr lang="en-US" err="1"/>
              <a:t>aI</a:t>
            </a:r>
            <a:r>
              <a:rPr lang="en-US"/>
              <a:t> principles. </a:t>
            </a:r>
            <a:endParaRPr lang="en-US">
              <a:ea typeface="Calibri"/>
              <a:cs typeface="Calibri"/>
            </a:endParaRPr>
          </a:p>
          <a:p>
            <a:r>
              <a:rPr lang="en-US" b="0"/>
              <a:t>·</a:t>
            </a:r>
            <a:r>
              <a:rPr lang="en-US"/>
              <a:t>Success in this new era will not be measured by AI implementation – that’s easy- its going to be measured by how well we elevate, </a:t>
            </a:r>
            <a:r>
              <a:rPr lang="en-US" err="1"/>
              <a:t>emplower</a:t>
            </a:r>
            <a:r>
              <a:rPr lang="en-US"/>
              <a:t> and impact those around us with AI. It’s going to require a longer term view and commitment to rethinking and reshaping your culture and age old business processes and ideas around your workforce, clients and operations.</a:t>
            </a:r>
            <a:endParaRPr lang="en-US">
              <a:ea typeface="Calibri"/>
              <a:cs typeface="Calibri"/>
            </a:endParaRPr>
          </a:p>
          <a:p>
            <a:r>
              <a:rPr lang="en-US" b="0"/>
              <a:t>·</a:t>
            </a:r>
            <a:endParaRPr lang="en-US"/>
          </a:p>
          <a:p>
            <a:pPr>
              <a:lnSpc>
                <a:spcPct val="115999"/>
              </a:lnSpc>
            </a:pPr>
            <a:endParaRPr lang="en-US" sz="1400">
              <a:latin typeface="Aptos"/>
            </a:endParaRPr>
          </a:p>
          <a:p>
            <a:pPr marL="342900" indent="-342900">
              <a:lnSpc>
                <a:spcPct val="115999"/>
              </a:lnSpc>
              <a:spcAft>
                <a:spcPts val="800"/>
              </a:spcAft>
              <a:buFont typeface="Symbol" panose="05050102010706020507" pitchFamily="18" charset="2"/>
              <a:buChar char=""/>
            </a:pPr>
            <a:endParaRPr lang="en-US" sz="1400">
              <a:latin typeface="Aptos"/>
            </a:endParaRPr>
          </a:p>
          <a:p>
            <a:pPr marL="342900" lvl="0" indent="-342900">
              <a:lnSpc>
                <a:spcPct val="115999"/>
              </a:lnSpc>
              <a:spcAft>
                <a:spcPts val="800"/>
              </a:spcAft>
              <a:buFont typeface="Symbol" panose="05050102010706020507" pitchFamily="18" charset="2"/>
              <a:buChar char=""/>
            </a:pPr>
            <a:endParaRPr lang="en-US" sz="1400">
              <a:latin typeface="Aptos"/>
            </a:endParaRPr>
          </a:p>
          <a:p>
            <a:pPr marR="0" lvl="0" indent="0">
              <a:lnSpc>
                <a:spcPct val="115999"/>
              </a:lnSpc>
              <a:spcAft>
                <a:spcPts val="800"/>
              </a:spcAft>
              <a:buFont typeface="Symbol" panose="05050102010706020507" pitchFamily="18" charset="2"/>
              <a:buNone/>
            </a:pPr>
            <a:endParaRPr lang="en-US" sz="1400">
              <a:effectLst/>
              <a:latin typeface="Aptos"/>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EBA9A9-8BE6-91FF-0EE7-079C3A1C12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006462-3695-4A2C-9D61-E969D1C4DB1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9402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2CA46-3A0D-E659-C31F-D6B00DF69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F2428-ED35-E9E9-2B05-F92CB524832C}"/>
              </a:ext>
            </a:extLst>
          </p:cNvPr>
          <p:cNvSpPr>
            <a:spLocks noGrp="1" noRot="1" noChangeAspect="1"/>
          </p:cNvSpPr>
          <p:nvPr>
            <p:ph type="sldImg"/>
          </p:nvPr>
        </p:nvSpPr>
        <p:spPr>
          <a:xfrm>
            <a:off x="1179513" y="241300"/>
            <a:ext cx="4646612" cy="2613025"/>
          </a:xfrm>
        </p:spPr>
      </p:sp>
      <p:sp>
        <p:nvSpPr>
          <p:cNvPr id="3" name="Notes Placeholder 2">
            <a:extLst>
              <a:ext uri="{FF2B5EF4-FFF2-40B4-BE49-F238E27FC236}">
                <a16:creationId xmlns:a16="http://schemas.microsoft.com/office/drawing/2014/main" id="{9699D621-C7CF-9C2F-AE0B-CF82E55F210D}"/>
              </a:ext>
            </a:extLst>
          </p:cNvPr>
          <p:cNvSpPr>
            <a:spLocks noGrp="1"/>
          </p:cNvSpPr>
          <p:nvPr>
            <p:ph type="body" idx="1"/>
          </p:nvPr>
        </p:nvSpPr>
        <p:spPr>
          <a:xfrm>
            <a:off x="0" y="2879123"/>
            <a:ext cx="6858000" cy="10762736"/>
          </a:xfrm>
        </p:spPr>
        <p:txBody>
          <a:bodyPr/>
          <a:lstStyle/>
          <a:p>
            <a:pPr algn="l">
              <a:buNone/>
            </a:pPr>
            <a:r>
              <a:rPr lang="en-US" b="1">
                <a:solidFill>
                  <a:srgbClr val="000000"/>
                </a:solidFill>
                <a:effectLst/>
              </a:rPr>
              <a:t>I’m not going to go into this in detail, but make sure you develop an Intelligent Enterprise Roadmap. Act now and have a plan for now, near and next horizons, with clear focus and defined outcomes for Employees, Customers, and your Operations.</a:t>
            </a:r>
            <a:br>
              <a:rPr lang="en-US" b="1">
                <a:solidFill>
                  <a:srgbClr val="000000"/>
                </a:solidFill>
                <a:effectLst/>
              </a:rPr>
            </a:br>
            <a:endParaRPr lang="en-US" b="1">
              <a:solidFill>
                <a:srgbClr val="000000"/>
              </a:solidFill>
              <a:effectLst/>
            </a:endParaRPr>
          </a:p>
          <a:p>
            <a:pPr algn="l">
              <a:buNone/>
            </a:pPr>
            <a:endParaRPr lang="en-US" b="1">
              <a:solidFill>
                <a:srgbClr val="000000"/>
              </a:solidFill>
              <a:effectLst/>
            </a:endParaRPr>
          </a:p>
          <a:p>
            <a:pPr algn="l">
              <a:buNone/>
            </a:pPr>
            <a:r>
              <a:rPr lang="en-US" b="1">
                <a:solidFill>
                  <a:srgbClr val="000000"/>
                </a:solidFill>
                <a:effectLst/>
              </a:rPr>
              <a:t>________________________</a:t>
            </a:r>
          </a:p>
          <a:p>
            <a:pPr algn="l">
              <a:buNone/>
            </a:pPr>
            <a:br>
              <a:rPr lang="en-US" b="1">
                <a:solidFill>
                  <a:srgbClr val="000000"/>
                </a:solidFill>
                <a:effectLst/>
              </a:rPr>
            </a:br>
            <a:r>
              <a:rPr lang="en-US" b="1">
                <a:solidFill>
                  <a:srgbClr val="000000"/>
                </a:solidFill>
                <a:effectLst/>
              </a:rPr>
              <a:t>As you build your roadmap to become an Intelligent Enterprise we use the framework here---</a:t>
            </a:r>
            <a:endParaRPr lang="en-US"/>
          </a:p>
          <a:p>
            <a:pPr algn="l">
              <a:buNone/>
            </a:pPr>
            <a:r>
              <a:rPr lang="en-US" b="1">
                <a:solidFill>
                  <a:srgbClr val="000000"/>
                </a:solidFill>
                <a:effectLst/>
              </a:rPr>
              <a:t>We work with clients on 3 horizons</a:t>
            </a:r>
            <a:endParaRPr lang="en-US"/>
          </a:p>
          <a:p>
            <a:pPr algn="l">
              <a:buNone/>
            </a:pPr>
            <a:r>
              <a:rPr lang="en-US" b="1">
                <a:solidFill>
                  <a:srgbClr val="000000"/>
                </a:solidFill>
                <a:effectLst/>
              </a:rPr>
              <a:t>Some of our clients are very focused on what can I do now.. the ways we help them are these 3 areas…</a:t>
            </a:r>
            <a:endParaRPr lang="en-US"/>
          </a:p>
          <a:p>
            <a:pPr algn="l">
              <a:buNone/>
            </a:pPr>
            <a:r>
              <a:rPr lang="en-US" b="1">
                <a:solidFill>
                  <a:srgbClr val="000000"/>
                </a:solidFill>
                <a:effectLst/>
              </a:rPr>
              <a:t> </a:t>
            </a:r>
            <a:endParaRPr lang="en-US"/>
          </a:p>
          <a:p>
            <a:pPr algn="l">
              <a:buNone/>
            </a:pPr>
            <a:r>
              <a:rPr lang="en-US" b="1">
                <a:solidFill>
                  <a:srgbClr val="000000"/>
                </a:solidFill>
                <a:effectLst/>
              </a:rPr>
              <a:t>Some are more advanced and looking what they can do Near// have the organizational ability, more advanced in tier thinking…</a:t>
            </a:r>
            <a:endParaRPr lang="en-US"/>
          </a:p>
          <a:p>
            <a:pPr algn="l">
              <a:buNone/>
            </a:pPr>
            <a:r>
              <a:rPr lang="en-US" b="1">
                <a:solidFill>
                  <a:srgbClr val="000000"/>
                </a:solidFill>
                <a:effectLst/>
              </a:rPr>
              <a:t> </a:t>
            </a:r>
            <a:endParaRPr lang="en-US"/>
          </a:p>
          <a:p>
            <a:pPr algn="l">
              <a:buNone/>
            </a:pPr>
            <a:r>
              <a:rPr lang="en-US" b="1">
                <a:solidFill>
                  <a:srgbClr val="000000"/>
                </a:solidFill>
                <a:effectLst/>
              </a:rPr>
              <a:t>And these are the activities</a:t>
            </a:r>
            <a:endParaRPr lang="en-US"/>
          </a:p>
          <a:p>
            <a:pPr algn="l">
              <a:buNone/>
            </a:pPr>
            <a:r>
              <a:rPr lang="en-US" b="1">
                <a:solidFill>
                  <a:srgbClr val="000000"/>
                </a:solidFill>
                <a:effectLst/>
              </a:rPr>
              <a:t> </a:t>
            </a:r>
            <a:endParaRPr lang="en-US"/>
          </a:p>
          <a:p>
            <a:pPr algn="l">
              <a:buNone/>
            </a:pPr>
            <a:r>
              <a:rPr lang="en-US" b="1">
                <a:solidFill>
                  <a:srgbClr val="000000"/>
                </a:solidFill>
                <a:effectLst/>
              </a:rPr>
              <a:t>Handful of clients looking at what’s next, this is very exciting and pushing the boundaries—these are the kinds of things we are working with them on…… </a:t>
            </a:r>
            <a:endParaRPr lang="en-US"/>
          </a:p>
          <a:p>
            <a:pPr algn="l">
              <a:buNone/>
            </a:pPr>
            <a:r>
              <a:rPr lang="en-US" b="1">
                <a:solidFill>
                  <a:srgbClr val="000000"/>
                </a:solidFill>
                <a:effectLst/>
              </a:rPr>
              <a:t> </a:t>
            </a:r>
            <a:endParaRPr lang="en-US"/>
          </a:p>
          <a:p>
            <a:r>
              <a:rPr lang="en-US" err="1">
                <a:solidFill>
                  <a:srgbClr val="000000"/>
                </a:solidFill>
              </a:rPr>
              <a:t>Clinets</a:t>
            </a:r>
            <a:r>
              <a:rPr lang="en-US">
                <a:solidFill>
                  <a:srgbClr val="000000"/>
                </a:solidFill>
              </a:rPr>
              <a:t> </a:t>
            </a:r>
            <a:r>
              <a:rPr lang="en-US" b="1">
                <a:solidFill>
                  <a:srgbClr val="000000"/>
                </a:solidFill>
                <a:effectLst/>
              </a:rPr>
              <a:t>who are focused on different expectations. </a:t>
            </a:r>
            <a:endParaRPr lang="en-US"/>
          </a:p>
          <a:p>
            <a:pPr algn="l">
              <a:buNone/>
            </a:pPr>
            <a:r>
              <a:rPr lang="en-US" b="1">
                <a:solidFill>
                  <a:srgbClr val="000000"/>
                </a:solidFill>
                <a:effectLst/>
              </a:rPr>
              <a:t>Some want to make an impact right now…some want to create a new product…. Its </a:t>
            </a:r>
            <a:endParaRPr lang="en-US"/>
          </a:p>
          <a:p>
            <a:pPr algn="l">
              <a:buNone/>
            </a:pPr>
            <a:r>
              <a:rPr lang="en-US" b="1">
                <a:solidFill>
                  <a:srgbClr val="000000"/>
                </a:solidFill>
                <a:effectLst/>
              </a:rPr>
              <a:t> </a:t>
            </a:r>
            <a:endParaRPr lang="en-US"/>
          </a:p>
          <a:p>
            <a:pPr algn="l">
              <a:buNone/>
            </a:pPr>
            <a:r>
              <a:rPr lang="en-US" b="1">
                <a:solidFill>
                  <a:srgbClr val="000000"/>
                </a:solidFill>
                <a:effectLst/>
              </a:rPr>
              <a:t>Near- help launch</a:t>
            </a:r>
            <a:endParaRPr lang="en-US"/>
          </a:p>
          <a:p>
            <a:pPr algn="l">
              <a:buNone/>
            </a:pPr>
            <a:r>
              <a:rPr lang="en-US" b="1">
                <a:solidFill>
                  <a:srgbClr val="000000"/>
                </a:solidFill>
                <a:effectLst/>
              </a:rPr>
              <a:t>Next- everything on the table, some KPIS go away… some of the KPIs we care deeply about today become less important when AI is more fully in the picture, such as … AHT--- for a call center, </a:t>
            </a:r>
            <a:endParaRPr lang="en-US"/>
          </a:p>
          <a:p>
            <a:pPr algn="l">
              <a:buNone/>
            </a:pPr>
            <a:r>
              <a:rPr lang="en-US" b="1">
                <a:solidFill>
                  <a:srgbClr val="000000"/>
                </a:solidFill>
                <a:effectLst/>
              </a:rPr>
              <a:t> </a:t>
            </a:r>
            <a:endParaRPr lang="en-US"/>
          </a:p>
          <a:p>
            <a:pPr algn="l">
              <a:buNone/>
            </a:pPr>
            <a:r>
              <a:rPr lang="en-US" b="1">
                <a:solidFill>
                  <a:srgbClr val="000000"/>
                </a:solidFill>
                <a:effectLst/>
              </a:rPr>
              <a:t>NEXT – Big idea--- Genius Bar on steroids, we get excited because wit the advent of AI, great help for customers can happen any time at any place where in the past cost and operations used to be the barrier--- we can provide skilled help / </a:t>
            </a:r>
            <a:endParaRPr lang="en-US"/>
          </a:p>
          <a:p>
            <a:r>
              <a:rPr lang="en-US" b="1">
                <a:solidFill>
                  <a:srgbClr val="000000"/>
                </a:solidFill>
                <a:effectLst/>
              </a:rPr>
              <a:t>Cost has been a barrier to better brand experiences- and organizational goas—but reframe your thinking because AI will allow us to do things we could not do. We can go back to fiscally responsible dreaming. </a:t>
            </a:r>
            <a:endParaRPr lang="en-US"/>
          </a:p>
          <a:p>
            <a:r>
              <a:rPr lang="en-US">
                <a:solidFill>
                  <a:srgbClr val="0F9ED5"/>
                </a:solidFill>
              </a:rPr>
              <a:t> </a:t>
            </a:r>
            <a:endParaRPr lang="en-US"/>
          </a:p>
          <a:p>
            <a:r>
              <a:rPr lang="en-US">
                <a:solidFill>
                  <a:srgbClr val="000000"/>
                </a:solidFill>
              </a:rPr>
              <a:t>Notes from Meeting Transcript:</a:t>
            </a:r>
            <a:endParaRPr lang="en-US"/>
          </a:p>
          <a:p>
            <a:r>
              <a:rPr lang="en-US">
                <a:solidFill>
                  <a:srgbClr val="000000"/>
                </a:solidFill>
              </a:rPr>
              <a:t>So, there's a lot happening.</a:t>
            </a:r>
            <a:endParaRPr lang="en-US"/>
          </a:p>
          <a:p>
            <a:r>
              <a:rPr lang="en-US">
                <a:solidFill>
                  <a:srgbClr val="000000"/>
                </a:solidFill>
              </a:rPr>
              <a:t>Everybody says this is part of their plan.</a:t>
            </a:r>
            <a:endParaRPr lang="en-US"/>
          </a:p>
          <a:p>
            <a:r>
              <a:rPr lang="en-US">
                <a:solidFill>
                  <a:srgbClr val="000000"/>
                </a:solidFill>
              </a:rPr>
              <a:t>But most people feel like their organization is ready for it. We've been through it.</a:t>
            </a:r>
            <a:endParaRPr lang="en-US"/>
          </a:p>
          <a:p>
            <a:r>
              <a:rPr lang="en-US">
                <a:solidFill>
                  <a:srgbClr val="000000"/>
                </a:solidFill>
              </a:rPr>
              <a:t>This is part of our journey and our story and what we've done.</a:t>
            </a:r>
            <a:endParaRPr lang="en-US"/>
          </a:p>
          <a:p>
            <a:r>
              <a:rPr lang="en-US">
                <a:solidFill>
                  <a:srgbClr val="000000"/>
                </a:solidFill>
              </a:rPr>
              <a:t>Here's what you need to be focusing on now.</a:t>
            </a:r>
            <a:endParaRPr lang="en-US"/>
          </a:p>
          <a:p>
            <a:r>
              <a:rPr lang="en-US">
                <a:solidFill>
                  <a:srgbClr val="000000"/>
                </a:solidFill>
              </a:rPr>
              <a:t>Here's the transition period, and here's what the future starts to look like.</a:t>
            </a:r>
            <a:endParaRPr lang="en-US"/>
          </a:p>
          <a:p>
            <a:r>
              <a:rPr lang="en-US">
                <a:solidFill>
                  <a:srgbClr val="000000"/>
                </a:solidFill>
              </a:rPr>
              <a:t>So, we head down here next there and then we and.</a:t>
            </a:r>
            <a:endParaRPr lang="en-US"/>
          </a:p>
          <a:p>
            <a:r>
              <a:rPr lang="en-US">
                <a:solidFill>
                  <a:srgbClr val="000000"/>
                </a:solidFill>
              </a:rPr>
              <a:t>Really, everyone's </a:t>
            </a:r>
            <a:r>
              <a:rPr lang="en-US" err="1">
                <a:solidFill>
                  <a:srgbClr val="000000"/>
                </a:solidFill>
              </a:rPr>
              <a:t>gonna</a:t>
            </a:r>
            <a:r>
              <a:rPr lang="en-US">
                <a:solidFill>
                  <a:srgbClr val="000000"/>
                </a:solidFill>
              </a:rPr>
              <a:t> have AI in the future or very soon or already does.</a:t>
            </a:r>
            <a:endParaRPr lang="en-US"/>
          </a:p>
          <a:p>
            <a:r>
              <a:rPr lang="en-US">
                <a:solidFill>
                  <a:srgbClr val="000000"/>
                </a:solidFill>
              </a:rPr>
              <a:t>What are you doing with it?</a:t>
            </a:r>
            <a:endParaRPr lang="en-US"/>
          </a:p>
          <a:p>
            <a:r>
              <a:rPr lang="en-US">
                <a:solidFill>
                  <a:srgbClr val="000000"/>
                </a:solidFill>
              </a:rPr>
              <a:t>How are you deploying it effectively and creating the type of employee experience customer experience?</a:t>
            </a:r>
            <a:endParaRPr lang="en-US"/>
          </a:p>
          <a:p>
            <a:r>
              <a:rPr lang="en-US">
                <a:solidFill>
                  <a:srgbClr val="000000"/>
                </a:solidFill>
              </a:rPr>
              <a:t>And operational capabilities, you need to be successful.</a:t>
            </a:r>
            <a:endParaRPr lang="en-US"/>
          </a:p>
          <a:p>
            <a:r>
              <a:rPr lang="en-US">
                <a:solidFill>
                  <a:srgbClr val="000000"/>
                </a:solidFill>
              </a:rPr>
              <a:t> </a:t>
            </a:r>
            <a:endParaRPr lang="en-US"/>
          </a:p>
          <a:p>
            <a:r>
              <a:rPr lang="en-US">
                <a:solidFill>
                  <a:srgbClr val="000000"/>
                </a:solidFill>
              </a:rPr>
              <a:t>Kathy’s Notes:</a:t>
            </a:r>
            <a:endParaRPr lang="en-US"/>
          </a:p>
          <a:p>
            <a:r>
              <a:rPr lang="en-US">
                <a:solidFill>
                  <a:srgbClr val="000000"/>
                </a:solidFill>
              </a:rPr>
              <a:t>So, in the new intelligent enterprise, we know it’s going to transform our experience as employees, we know it’s going to impact customer experience, we know it’s going to impact how we work together in teams. But our recommendation is to think about what you want to do now, near next and be very rational about what you want to accomplish. </a:t>
            </a:r>
            <a:endParaRPr lang="en-US"/>
          </a:p>
          <a:p>
            <a:r>
              <a:rPr lang="en-US">
                <a:solidFill>
                  <a:srgbClr val="000000"/>
                </a:solidFill>
              </a:rPr>
              <a:t>Pick use cases NOW that you can do internally, it could be something simple like, and NOW for your Brand, and now for visibility across departments and what a dashboard might look like.</a:t>
            </a:r>
            <a:endParaRPr lang="en-US"/>
          </a:p>
          <a:p>
            <a:r>
              <a:rPr lang="en-US">
                <a:solidFill>
                  <a:srgbClr val="000000"/>
                </a:solidFill>
              </a:rPr>
              <a:t> </a:t>
            </a:r>
            <a:endParaRPr lang="en-US"/>
          </a:p>
          <a:p>
            <a:r>
              <a:rPr lang="en-US">
                <a:solidFill>
                  <a:srgbClr val="000000"/>
                </a:solidFill>
              </a:rPr>
              <a:t>Then Near term... and the NEXT in the future, </a:t>
            </a:r>
            <a:endParaRPr lang="en-US"/>
          </a:p>
          <a:p>
            <a:r>
              <a:rPr lang="en-US">
                <a:solidFill>
                  <a:srgbClr val="000000"/>
                </a:solidFill>
              </a:rPr>
              <a:t> </a:t>
            </a:r>
            <a:endParaRPr lang="en-US"/>
          </a:p>
          <a:p>
            <a:r>
              <a:rPr lang="en-US">
                <a:solidFill>
                  <a:srgbClr val="000000"/>
                </a:solidFill>
              </a:rPr>
              <a:t>PPT NOTES</a:t>
            </a:r>
            <a:endParaRPr lang="en-US"/>
          </a:p>
          <a:p>
            <a:r>
              <a:rPr lang="en-US">
                <a:solidFill>
                  <a:srgbClr val="000000"/>
                </a:solidFill>
              </a:rPr>
              <a:t>Slide Purpose: Demonstrate that we understand the big picture and we have a unique point of view that is relevant to the audience</a:t>
            </a:r>
            <a:endParaRPr lang="en-US"/>
          </a:p>
          <a:p>
            <a:r>
              <a:rPr lang="en-US">
                <a:solidFill>
                  <a:srgbClr val="000000"/>
                </a:solidFill>
              </a:rPr>
              <a:t>Slide Takeaway: Concentrix understands how technology and business are evolving, and can help me understand how to move forward in an informed manner</a:t>
            </a:r>
            <a:endParaRPr lang="en-US"/>
          </a:p>
          <a:p>
            <a:r>
              <a:rPr lang="en-US">
                <a:solidFill>
                  <a:srgbClr val="000000"/>
                </a:solidFill>
              </a:rPr>
              <a:t> </a:t>
            </a:r>
            <a:endParaRPr lang="en-US"/>
          </a:p>
          <a:p>
            <a:r>
              <a:rPr lang="en-US">
                <a:solidFill>
                  <a:srgbClr val="000000"/>
                </a:solidFill>
              </a:rPr>
              <a:t>AI Isn’t Just Automation—It’s Business Transformation</a:t>
            </a:r>
            <a:endParaRPr lang="en-US"/>
          </a:p>
          <a:p>
            <a:r>
              <a:rPr lang="en-US" b="0">
                <a:solidFill>
                  <a:srgbClr val="000000"/>
                </a:solidFill>
              </a:rPr>
              <a:t>•</a:t>
            </a:r>
            <a:r>
              <a:rPr lang="en-US">
                <a:solidFill>
                  <a:srgbClr val="000000"/>
                </a:solidFill>
              </a:rPr>
              <a:t>Success depends on integrating AI strategically—choosing the right use cases, ensuring governance, and managing AI’s cost structures effectively.</a:t>
            </a:r>
            <a:endParaRPr lang="en-US"/>
          </a:p>
          <a:p>
            <a:r>
              <a:rPr lang="en-US" b="0">
                <a:solidFill>
                  <a:srgbClr val="000000"/>
                </a:solidFill>
              </a:rPr>
              <a:t>•</a:t>
            </a:r>
            <a:r>
              <a:rPr lang="en-US">
                <a:solidFill>
                  <a:srgbClr val="000000"/>
                </a:solidFill>
              </a:rPr>
              <a:t>AI’s business value lies not just in efficiency, but in unlocking new revenue streams and competitive advantages.</a:t>
            </a:r>
            <a:endParaRPr lang="en-US"/>
          </a:p>
          <a:p>
            <a:pPr marL="0" marR="0" algn="l">
              <a:lnSpc>
                <a:spcPct val="107000"/>
              </a:lnSpc>
              <a:spcAft>
                <a:spcPts val="800"/>
              </a:spcAft>
              <a:buNone/>
            </a:pP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0" marR="0" algn="l">
              <a:lnSpc>
                <a:spcPct val="107000"/>
              </a:lnSpc>
              <a:spcAft>
                <a:spcPts val="800"/>
              </a:spcAft>
              <a:buNone/>
            </a:pPr>
            <a:r>
              <a:rPr lang="en-US" sz="1200" b="1">
                <a:solidFill>
                  <a:srgbClr val="0F9ED5"/>
                </a:solidFill>
                <a:effectLst/>
                <a:latin typeface="Aptos" panose="020B0004020202020204" pitchFamily="34" charset="0"/>
                <a:ea typeface="Aptos" panose="020B0004020202020204" pitchFamily="34" charset="0"/>
                <a:cs typeface="Aptos" panose="020B0004020202020204" pitchFamily="34" charset="0"/>
              </a:rPr>
              <a:t> </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Notes from Meeting Transcript:</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So, there's a lot happening.</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Everybody says this is part of their plan.</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But most people feel like their organization is ready for it. We've been through it.</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This is part of our journey and our story and what we've done.</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Here's what you need to be focusing on now.</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Here's the transition period, and here's what the future starts to look like.</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So, we head down here next there and then we and.</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Really, everyone's </a:t>
            </a:r>
            <a:r>
              <a:rPr lang="en-US" sz="1200" err="1">
                <a:effectLst/>
                <a:latin typeface="Aptos" panose="020B0004020202020204" pitchFamily="34" charset="0"/>
                <a:ea typeface="Times New Roman" panose="02020603050405020304" pitchFamily="18" charset="0"/>
                <a:cs typeface="Times New Roman" panose="02020603050405020304" pitchFamily="18" charset="0"/>
              </a:rPr>
              <a:t>gonna</a:t>
            </a:r>
            <a:r>
              <a:rPr lang="en-US" sz="1200">
                <a:effectLst/>
                <a:latin typeface="Aptos" panose="020B0004020202020204" pitchFamily="34" charset="0"/>
                <a:ea typeface="Times New Roman" panose="02020603050405020304" pitchFamily="18" charset="0"/>
                <a:cs typeface="Times New Roman" panose="02020603050405020304" pitchFamily="18" charset="0"/>
              </a:rPr>
              <a:t> have AI in the future or very soon or already does.</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What are you doing with it?</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How are you deploying it effectively and creating the type of employee experience customer experience?</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And operational capabilities, you need to be successful.</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 </a:t>
            </a: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Kathy’s Notes:</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So, in the new intelligent enterprise, we know it’s going to transform our experience as employees, we know it’s going to impact customer experience, we know it’s going to impact how we work together in teams. But our recommendation is to think about what you want to do now, near next and be very rational about what you want to accomplish. </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Pick use cases NOW that you can do internally, it could be something simple like, and NOW for your Brand, and now for visibility across departments and what a dashboard might look like.</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 </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Then Near term... and the NEXT in the future, </a:t>
            </a:r>
          </a:p>
          <a:p>
            <a:pPr marL="0" marR="0" algn="l">
              <a:lnSpc>
                <a:spcPct val="116000"/>
              </a:lnSpc>
              <a:spcAft>
                <a:spcPts val="800"/>
              </a:spcAft>
              <a:buNone/>
            </a:pPr>
            <a:r>
              <a:rPr lang="en-US" sz="1200">
                <a:effectLst/>
                <a:latin typeface="Aptos" panose="020B0004020202020204" pitchFamily="34" charset="0"/>
                <a:ea typeface="Times New Roman" panose="02020603050405020304" pitchFamily="18" charset="0"/>
                <a:cs typeface="Times New Roman" panose="02020603050405020304" pitchFamily="18" charset="0"/>
              </a:rPr>
              <a:t> </a:t>
            </a: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PPT NOTES</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Slide Purpose: </a:t>
            </a:r>
            <a:r>
              <a:rPr lang="en-US" sz="1200">
                <a:effectLst/>
                <a:latin typeface="Aptos" panose="020B0004020202020204" pitchFamily="34" charset="0"/>
                <a:ea typeface="Times New Roman" panose="02020603050405020304" pitchFamily="18" charset="0"/>
                <a:cs typeface="Times New Roman" panose="02020603050405020304" pitchFamily="18" charset="0"/>
              </a:rPr>
              <a:t>Demonstrate that we understand the big picture and we have a unique point of view that is relevant to the audience</a:t>
            </a: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Slide Takeaway: </a:t>
            </a:r>
            <a:r>
              <a:rPr lang="en-US" sz="1200">
                <a:effectLst/>
                <a:latin typeface="Aptos" panose="020B0004020202020204" pitchFamily="34" charset="0"/>
                <a:ea typeface="Times New Roman" panose="02020603050405020304" pitchFamily="18" charset="0"/>
                <a:cs typeface="Times New Roman" panose="02020603050405020304" pitchFamily="18" charset="0"/>
              </a:rPr>
              <a:t>Concentrix understands how technology and business are evolving, and can help me understand how to move forward in an informed manner</a:t>
            </a: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 </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0" marR="0" algn="l">
              <a:lnSpc>
                <a:spcPct val="116000"/>
              </a:lnSpc>
              <a:spcAft>
                <a:spcPts val="800"/>
              </a:spcAft>
              <a:buNone/>
            </a:pPr>
            <a:r>
              <a:rPr lang="en-US" sz="1200" b="1">
                <a:effectLst/>
                <a:latin typeface="Aptos" panose="020B0004020202020204" pitchFamily="34" charset="0"/>
                <a:ea typeface="Times New Roman" panose="02020603050405020304" pitchFamily="18" charset="0"/>
                <a:cs typeface="Times New Roman" panose="02020603050405020304" pitchFamily="18" charset="0"/>
              </a:rPr>
              <a:t>AI Isn’t Just Automation—It’s Business Transformation</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marL="342900" marR="0" lvl="0" indent="-342900" algn="l">
              <a:lnSpc>
                <a:spcPct val="116000"/>
              </a:lnSpc>
              <a:spcAft>
                <a:spcPts val="800"/>
              </a:spcAft>
              <a:buFont typeface="Arial" panose="020B0604020202020204" pitchFamily="34" charset="0"/>
              <a:buChar char="•"/>
              <a:tabLst>
                <a:tab pos="457200" algn="l"/>
              </a:tabLst>
            </a:pPr>
            <a:r>
              <a:rPr lang="en-US" sz="1200">
                <a:effectLst/>
                <a:latin typeface="Aptos" panose="020B0004020202020204" pitchFamily="34" charset="0"/>
                <a:ea typeface="Times New Roman" panose="02020603050405020304" pitchFamily="18" charset="0"/>
                <a:cs typeface="Times New Roman" panose="02020603050405020304" pitchFamily="18" charset="0"/>
              </a:rPr>
              <a:t>Success depends on integrating AI </a:t>
            </a:r>
            <a:r>
              <a:rPr lang="en-US" sz="1200" b="1">
                <a:effectLst/>
                <a:latin typeface="Aptos" panose="020B0004020202020204" pitchFamily="34" charset="0"/>
                <a:ea typeface="Times New Roman" panose="02020603050405020304" pitchFamily="18" charset="0"/>
                <a:cs typeface="Times New Roman" panose="02020603050405020304" pitchFamily="18" charset="0"/>
              </a:rPr>
              <a:t>strategically</a:t>
            </a:r>
            <a:r>
              <a:rPr lang="en-US" sz="1200">
                <a:effectLst/>
                <a:latin typeface="Aptos" panose="020B0004020202020204" pitchFamily="34" charset="0"/>
                <a:ea typeface="Times New Roman" panose="02020603050405020304" pitchFamily="18" charset="0"/>
                <a:cs typeface="Times New Roman" panose="02020603050405020304" pitchFamily="18" charset="0"/>
              </a:rPr>
              <a:t>—choosing the right use cases, ensuring governance, and managing AI’s cost structures effectively.</a:t>
            </a:r>
          </a:p>
          <a:p>
            <a:pPr marL="342900" marR="0" lvl="0" indent="-342900" algn="l">
              <a:lnSpc>
                <a:spcPct val="116000"/>
              </a:lnSpc>
              <a:spcAft>
                <a:spcPts val="800"/>
              </a:spcAft>
              <a:buFont typeface="Arial" panose="020B0604020202020204" pitchFamily="34" charset="0"/>
              <a:buChar char="•"/>
              <a:tabLst>
                <a:tab pos="457200" algn="l"/>
              </a:tabLst>
            </a:pPr>
            <a:r>
              <a:rPr lang="en-US" sz="1200">
                <a:effectLst/>
                <a:latin typeface="Aptos" panose="020B0004020202020204" pitchFamily="34" charset="0"/>
                <a:ea typeface="Times New Roman" panose="02020603050405020304" pitchFamily="18" charset="0"/>
                <a:cs typeface="Times New Roman" panose="02020603050405020304" pitchFamily="18" charset="0"/>
              </a:rPr>
              <a:t>AI’s business value lies not just in efficiency, but in </a:t>
            </a:r>
            <a:r>
              <a:rPr lang="en-US" sz="1200" b="1">
                <a:effectLst/>
                <a:latin typeface="Aptos" panose="020B0004020202020204" pitchFamily="34" charset="0"/>
                <a:ea typeface="Times New Roman" panose="02020603050405020304" pitchFamily="18" charset="0"/>
                <a:cs typeface="Times New Roman" panose="02020603050405020304" pitchFamily="18" charset="0"/>
              </a:rPr>
              <a:t>unlocking new revenue streams and competitive advantages.</a:t>
            </a:r>
            <a:endParaRPr lang="en-US" sz="1200">
              <a:effectLst/>
              <a:latin typeface="Aptos" panose="020B0004020202020204" pitchFamily="34" charset="0"/>
              <a:ea typeface="Times New Roman" panose="02020603050405020304" pitchFamily="18" charset="0"/>
              <a:cs typeface="Times New Roman" panose="02020603050405020304" pitchFamily="18" charset="0"/>
            </a:endParaRPr>
          </a:p>
          <a:p>
            <a:pPr>
              <a:spcBef>
                <a:spcPts val="0"/>
              </a:spcBef>
            </a:pPr>
            <a:endParaRPr lang="en-US" sz="1000"/>
          </a:p>
        </p:txBody>
      </p:sp>
      <p:sp>
        <p:nvSpPr>
          <p:cNvPr id="4" name="Slide Number Placeholder 3">
            <a:extLst>
              <a:ext uri="{FF2B5EF4-FFF2-40B4-BE49-F238E27FC236}">
                <a16:creationId xmlns:a16="http://schemas.microsoft.com/office/drawing/2014/main" id="{BDF1481A-7356-31C1-22B3-A84E35713A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006462-3695-4A2C-9D61-E969D1C4DB1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414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A3A99-5B3B-57DA-F8F0-B28C84EF8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85D12-91FF-6DA0-8DE4-C5F82D0042E7}"/>
              </a:ext>
            </a:extLst>
          </p:cNvPr>
          <p:cNvSpPr>
            <a:spLocks noGrp="1" noRot="1" noChangeAspect="1"/>
          </p:cNvSpPr>
          <p:nvPr>
            <p:ph type="sldImg"/>
          </p:nvPr>
        </p:nvSpPr>
        <p:spPr>
          <a:xfrm>
            <a:off x="1179513" y="241300"/>
            <a:ext cx="4646612" cy="2613025"/>
          </a:xfrm>
        </p:spPr>
      </p:sp>
      <p:sp>
        <p:nvSpPr>
          <p:cNvPr id="3" name="Notes Placeholder 2">
            <a:extLst>
              <a:ext uri="{FF2B5EF4-FFF2-40B4-BE49-F238E27FC236}">
                <a16:creationId xmlns:a16="http://schemas.microsoft.com/office/drawing/2014/main" id="{A6C6C7D8-3C06-0E11-BBB7-CACFA885FBC2}"/>
              </a:ext>
            </a:extLst>
          </p:cNvPr>
          <p:cNvSpPr>
            <a:spLocks noGrp="1"/>
          </p:cNvSpPr>
          <p:nvPr>
            <p:ph type="body" idx="1"/>
          </p:nvPr>
        </p:nvSpPr>
        <p:spPr/>
        <p:txBody>
          <a:bodyPr/>
          <a:lstStyle/>
          <a:p>
            <a:pPr marL="0" marR="0">
              <a:lnSpc>
                <a:spcPct val="116000"/>
              </a:lnSpc>
              <a:spcAft>
                <a:spcPts val="800"/>
              </a:spcAft>
              <a:buNone/>
            </a:pPr>
            <a:r>
              <a:rPr lang="en-US" sz="1400" b="1" u="sng">
                <a:effectLst/>
                <a:latin typeface="Aptos"/>
                <a:ea typeface="Aptos" panose="020B0004020202020204" pitchFamily="34" charset="0"/>
                <a:cs typeface="Aptos" panose="020B0004020202020204" pitchFamily="34" charset="0"/>
              </a:rPr>
              <a:t>So.. lets talk about AI …  </a:t>
            </a:r>
            <a:endParaRPr lang="en-US" sz="1600">
              <a:effectLst/>
              <a:latin typeface="Aptos"/>
              <a:ea typeface="Times New Roman" panose="02020603050405020304" pitchFamily="18" charset="0"/>
              <a:cs typeface="Times New Roman" panose="02020603050405020304" pitchFamily="18" charset="0"/>
            </a:endParaRPr>
          </a:p>
          <a:p>
            <a:pPr marL="0" marR="0">
              <a:lnSpc>
                <a:spcPct val="116000"/>
              </a:lnSpc>
              <a:spcAft>
                <a:spcPts val="800"/>
              </a:spcAft>
              <a:buNone/>
            </a:pPr>
            <a:r>
              <a:rPr lang="en-US" sz="1400">
                <a:effectLst/>
                <a:latin typeface="Aptos"/>
                <a:ea typeface="Times New Roman" panose="02020603050405020304" pitchFamily="18" charset="0"/>
                <a:cs typeface="Times New Roman" panose="02020603050405020304" pitchFamily="18" charset="0"/>
              </a:rPr>
              <a:t> </a:t>
            </a:r>
          </a:p>
          <a:p>
            <a:pPr marL="342900" indent="-342900">
              <a:lnSpc>
                <a:spcPct val="116000"/>
              </a:lnSpc>
              <a:buFont typeface="Symbol" panose="05050102010706020507" pitchFamily="18" charset="2"/>
              <a:buChar char=""/>
            </a:pPr>
            <a:r>
              <a:rPr lang="en-US" sz="1600">
                <a:effectLst/>
                <a:latin typeface="Aptos"/>
                <a:ea typeface="Times New Roman" panose="02020603050405020304" pitchFamily="18" charset="0"/>
                <a:cs typeface="Times New Roman" panose="02020603050405020304" pitchFamily="18" charset="0"/>
              </a:rPr>
              <a:t>AI will impact how employees work, what customers expect and how companies operate.</a:t>
            </a:r>
            <a:r>
              <a:rPr lang="en-US" sz="1600">
                <a:latin typeface="Aptos"/>
                <a:ea typeface="Times New Roman" panose="02020603050405020304" pitchFamily="18" charset="0"/>
                <a:cs typeface="Times New Roman" panose="02020603050405020304" pitchFamily="18" charset="0"/>
              </a:rPr>
              <a:t> Fastest adoption curve of any tech in modern history in business.</a:t>
            </a:r>
            <a:endParaRPr lang="en-US" sz="1400">
              <a:effectLst/>
              <a:latin typeface="Aptos"/>
              <a:ea typeface="Times New Roman" panose="02020603050405020304" pitchFamily="18" charset="0"/>
              <a:cs typeface="Times New Roman" panose="02020603050405020304" pitchFamily="18" charset="0"/>
            </a:endParaRPr>
          </a:p>
          <a:p>
            <a:pPr marL="342900" indent="-342900">
              <a:lnSpc>
                <a:spcPct val="115999"/>
              </a:lnSpc>
              <a:buFont typeface="Symbol" panose="05050102010706020507" pitchFamily="18" charset="2"/>
              <a:buChar char=""/>
            </a:pPr>
            <a:r>
              <a:rPr lang="en-US" sz="1600">
                <a:latin typeface="Aptos"/>
                <a:ea typeface="Times New Roman" panose="02020603050405020304" pitchFamily="18" charset="0"/>
                <a:cs typeface="Times New Roman" panose="02020603050405020304" pitchFamily="18" charset="0"/>
              </a:rPr>
              <a:t>Moving faster. then ever creating new opportunities and risks for business's</a:t>
            </a:r>
          </a:p>
          <a:p>
            <a:pPr marL="342900" indent="-342900">
              <a:lnSpc>
                <a:spcPct val="115999"/>
              </a:lnSpc>
              <a:buFont typeface="Symbol" panose="05050102010706020507" pitchFamily="18" charset="2"/>
              <a:buChar char=""/>
            </a:pPr>
            <a:endParaRPr lang="en-US" sz="1600">
              <a:latin typeface="Aptos"/>
              <a:ea typeface="Times New Roman" panose="02020603050405020304" pitchFamily="18" charset="0"/>
              <a:cs typeface="Times New Roman" panose="02020603050405020304" pitchFamily="18" charset="0"/>
            </a:endParaRPr>
          </a:p>
          <a:p>
            <a:pPr marL="342900" indent="-342900">
              <a:lnSpc>
                <a:spcPct val="115999"/>
              </a:lnSpc>
              <a:buFont typeface="Symbol" panose="05050102010706020507" pitchFamily="18" charset="2"/>
              <a:buChar char=""/>
            </a:pPr>
            <a:r>
              <a:rPr lang="en-US" sz="1600">
                <a:latin typeface="Aptos"/>
                <a:ea typeface="Times New Roman" panose="02020603050405020304" pitchFamily="18" charset="0"/>
                <a:cs typeface="Times New Roman" panose="02020603050405020304" pitchFamily="18" charset="0"/>
              </a:rPr>
              <a:t>Employees: And  Gallop poll says the % of employees who use AI in their roles has jumped to 40% from 21% last year—9/10 employees says AI saves them time, McKinsey report says employees are more ready for AI than leaders think they are</a:t>
            </a:r>
          </a:p>
          <a:p>
            <a:pPr marL="342900" indent="-342900">
              <a:lnSpc>
                <a:spcPct val="115999"/>
              </a:lnSpc>
              <a:buFont typeface="Symbol" panose="05050102010706020507" pitchFamily="18" charset="2"/>
              <a:buChar char=""/>
            </a:pPr>
            <a:r>
              <a:rPr lang="en-US" sz="1600">
                <a:latin typeface="Aptos"/>
                <a:ea typeface="Times New Roman" panose="02020603050405020304" pitchFamily="18" charset="0"/>
                <a:cs typeface="Times New Roman" panose="02020603050405020304" pitchFamily="18" charset="0"/>
              </a:rPr>
              <a:t>Customers: + Boosts in revenue and conversion expected to be 15 to 30% better ( Number Analytics)</a:t>
            </a:r>
            <a:endParaRPr lang="en-US" sz="1400">
              <a:effectLst/>
              <a:latin typeface="Aptos" panose="020B0004020202020204" pitchFamily="34" charset="0"/>
              <a:ea typeface="Times New Roman" panose="02020603050405020304" pitchFamily="18" charset="0"/>
              <a:cs typeface="Times New Roman" panose="02020603050405020304" pitchFamily="18" charset="0"/>
            </a:endParaRPr>
          </a:p>
          <a:p>
            <a:pPr marL="342900" marR="0" lvl="0" indent="-342900">
              <a:lnSpc>
                <a:spcPct val="116000"/>
              </a:lnSpc>
              <a:buFont typeface="Symbol" panose="05050102010706020507" pitchFamily="18" charset="2"/>
              <a:buChar char=""/>
            </a:pPr>
            <a:r>
              <a:rPr lang="en-US" sz="1400">
                <a:effectLst/>
                <a:latin typeface="Aptos"/>
                <a:ea typeface="Times New Roman" panose="02020603050405020304" pitchFamily="18" charset="0"/>
                <a:cs typeface="Times New Roman" panose="02020603050405020304" pitchFamily="18" charset="0"/>
              </a:rPr>
              <a:t>MORE Importantly--- we will see winners and losers based on a companies ability to execute---- </a:t>
            </a:r>
          </a:p>
          <a:p>
            <a:pPr marL="742950" marR="0" lvl="1" indent="-285750">
              <a:lnSpc>
                <a:spcPct val="116000"/>
              </a:lnSpc>
              <a:buFont typeface="Courier New" panose="02070309020205020404" pitchFamily="49" charset="0"/>
              <a:buChar char="o"/>
            </a:pPr>
            <a:r>
              <a:rPr lang="en-US" sz="1400">
                <a:effectLst/>
                <a:latin typeface="Aptos"/>
                <a:ea typeface="Times New Roman" panose="02020603050405020304" pitchFamily="18" charset="0"/>
                <a:cs typeface="Times New Roman" panose="02020603050405020304" pitchFamily="18" charset="0"/>
              </a:rPr>
              <a:t>Amazon figured out early how to use the web and how to build the most powerful back-end databases—and they are the winner today because of it.</a:t>
            </a:r>
          </a:p>
          <a:p>
            <a:pPr marL="742950" marR="0" lvl="1" indent="-285750">
              <a:lnSpc>
                <a:spcPct val="116000"/>
              </a:lnSpc>
              <a:spcAft>
                <a:spcPts val="800"/>
              </a:spcAft>
              <a:buFont typeface="Courier New" panose="02070309020205020404" pitchFamily="49" charset="0"/>
              <a:buChar char="o"/>
            </a:pPr>
            <a:r>
              <a:rPr lang="en-US" sz="1400">
                <a:effectLst/>
                <a:latin typeface="Aptos"/>
                <a:ea typeface="Times New Roman" panose="02020603050405020304" pitchFamily="18" charset="0"/>
                <a:cs typeface="Times New Roman" panose="02020603050405020304" pitchFamily="18" charset="0"/>
              </a:rPr>
              <a:t>AI will be similar--- For some companies, they’ll be able create new services and products with AI that propel them to the next level and make new markets, for some, they will drive innovation in their operations, unleashing more capabilities with their workforce that gives that a competitive edge, and some will fall behind, or worse.</a:t>
            </a:r>
          </a:p>
          <a:p>
            <a:pPr marL="1200150" lvl="1" indent="-285750">
              <a:lnSpc>
                <a:spcPct val="116000"/>
              </a:lnSpc>
              <a:spcAft>
                <a:spcPts val="800"/>
              </a:spcAft>
              <a:buFont typeface="Arial" panose="02070309020205020404" pitchFamily="49" charset="0"/>
              <a:buChar char="•"/>
              <a:defRPr/>
            </a:pPr>
            <a:r>
              <a:rPr lang="en-US">
                <a:highlight>
                  <a:srgbClr val="FFFF00"/>
                </a:highlight>
              </a:rPr>
              <a:t>The fact is that AI maturity is still low, so those with robust implementations have an advantage. According to our research recently conducted in partnership with Everest, only 23% of business leaders have taken more than half of their </a:t>
            </a:r>
            <a:r>
              <a:rPr lang="en-US" err="1">
                <a:highlight>
                  <a:srgbClr val="FFFF00"/>
                </a:highlight>
              </a:rPr>
              <a:t>GenAI</a:t>
            </a:r>
            <a:r>
              <a:rPr lang="en-US">
                <a:highlight>
                  <a:srgbClr val="FFFF00"/>
                </a:highlight>
              </a:rPr>
              <a:t> projects past the pilot stage. In fact, 36% of leaders still have 80% of their initiatives still in pilot mode. (was this a new addition?)</a:t>
            </a:r>
            <a:endParaRPr lang="en-US" b="0">
              <a:highlight>
                <a:srgbClr val="FFFF00"/>
              </a:highlight>
            </a:endParaRPr>
          </a:p>
          <a:p>
            <a:pPr marL="742950" marR="0" lvl="1" indent="-285750" algn="l" defTabSz="914400">
              <a:lnSpc>
                <a:spcPct val="115999"/>
              </a:lnSpc>
              <a:spcBef>
                <a:spcPts val="0"/>
              </a:spcBef>
              <a:spcAft>
                <a:spcPts val="800"/>
              </a:spcAft>
              <a:buClrTx/>
              <a:buSzTx/>
              <a:buFont typeface="Courier New" panose="02070309020205020404" pitchFamily="49" charset="0"/>
              <a:buChar char="o"/>
              <a:tabLst/>
              <a:defRPr/>
            </a:pPr>
            <a:endParaRPr lang="en-US">
              <a:effectLst/>
              <a:latin typeface="Calibri"/>
              <a:ea typeface="Calibri"/>
              <a:cs typeface="Calibri"/>
            </a:endParaRPr>
          </a:p>
          <a:p>
            <a:pPr marL="742950" marR="0" lvl="1" indent="-285750">
              <a:lnSpc>
                <a:spcPct val="116000"/>
              </a:lnSpc>
              <a:spcAft>
                <a:spcPts val="800"/>
              </a:spcAft>
              <a:buFont typeface="Courier New" panose="02070309020205020404" pitchFamily="49" charset="0"/>
              <a:buChar char="o"/>
            </a:pPr>
            <a:endParaRPr lang="en-US" sz="1400">
              <a:effectLst/>
              <a:latin typeface="Aptos" panose="020B0004020202020204" pitchFamily="34" charset="0"/>
              <a:cs typeface="Times New Roman" panose="02020603050405020304" pitchFamily="18" charset="0"/>
            </a:endParaRPr>
          </a:p>
          <a:p>
            <a:pPr marL="742950" marR="0" lvl="1" indent="-285750">
              <a:lnSpc>
                <a:spcPct val="116000"/>
              </a:lnSpc>
              <a:spcAft>
                <a:spcPts val="800"/>
              </a:spcAft>
              <a:buFont typeface="Courier New" panose="02070309020205020404" pitchFamily="49" charset="0"/>
              <a:buChar char="o"/>
            </a:pPr>
            <a:endParaRPr lang="en-US" sz="1400"/>
          </a:p>
        </p:txBody>
      </p:sp>
      <p:sp>
        <p:nvSpPr>
          <p:cNvPr id="4" name="Slide Number Placeholder 3">
            <a:extLst>
              <a:ext uri="{FF2B5EF4-FFF2-40B4-BE49-F238E27FC236}">
                <a16:creationId xmlns:a16="http://schemas.microsoft.com/office/drawing/2014/main" id="{76417353-CBB8-5337-16E4-4AE577F9F6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006462-3695-4A2C-9D61-E969D1C4DB1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4817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White">
    <p:bg>
      <p:bgPr>
        <a:solidFill>
          <a:schemeClr val="bg1"/>
        </a:solidFill>
        <a:effectLst/>
      </p:bgPr>
    </p:bg>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206C6C98-7A06-46E1-B9BE-B32779BD895A}"/>
              </a:ext>
            </a:extLst>
          </p:cNvPr>
          <p:cNvSpPr>
            <a:spLocks noGrp="1"/>
          </p:cNvSpPr>
          <p:nvPr>
            <p:ph type="body" sz="quarter" idx="14" hasCustomPrompt="1"/>
          </p:nvPr>
        </p:nvSpPr>
        <p:spPr>
          <a:xfrm>
            <a:off x="827233" y="1933115"/>
            <a:ext cx="10582887" cy="1495885"/>
          </a:xfrm>
        </p:spPr>
        <p:txBody>
          <a:bodyPr/>
          <a:lstStyle>
            <a:lvl1pPr marL="0" marR="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noProof="0"/>
              <a:t>Title</a:t>
            </a:r>
            <a:br>
              <a:rPr lang="en-US" noProof="0"/>
            </a:br>
            <a:endParaRPr lang="en-US" noProof="0"/>
          </a:p>
        </p:txBody>
      </p:sp>
      <p:sp>
        <p:nvSpPr>
          <p:cNvPr id="12" name="Text Placeholder 19">
            <a:extLst>
              <a:ext uri="{FF2B5EF4-FFF2-40B4-BE49-F238E27FC236}">
                <a16:creationId xmlns:a16="http://schemas.microsoft.com/office/drawing/2014/main" id="{CFD03CCF-0E7C-44BB-99AB-58FA6047D952}"/>
              </a:ext>
            </a:extLst>
          </p:cNvPr>
          <p:cNvSpPr>
            <a:spLocks noGrp="1"/>
          </p:cNvSpPr>
          <p:nvPr>
            <p:ph type="body" sz="quarter" idx="15" hasCustomPrompt="1"/>
          </p:nvPr>
        </p:nvSpPr>
        <p:spPr>
          <a:xfrm>
            <a:off x="827232" y="3556398"/>
            <a:ext cx="10582885"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Date</a:t>
            </a:r>
          </a:p>
        </p:txBody>
      </p:sp>
      <p:pic>
        <p:nvPicPr>
          <p:cNvPr id="3" name="Graphic 2">
            <a:extLst>
              <a:ext uri="{FF2B5EF4-FFF2-40B4-BE49-F238E27FC236}">
                <a16:creationId xmlns:a16="http://schemas.microsoft.com/office/drawing/2014/main" id="{DADC0D41-D265-1165-70A5-D0D0C3CE43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7233" y="5552930"/>
            <a:ext cx="2671342" cy="427415"/>
          </a:xfrm>
          <a:prstGeom prst="rect">
            <a:avLst/>
          </a:prstGeom>
        </p:spPr>
      </p:pic>
    </p:spTree>
    <p:extLst>
      <p:ext uri="{BB962C8B-B14F-4D97-AF65-F5344CB8AC3E}">
        <p14:creationId xmlns:p14="http://schemas.microsoft.com/office/powerpoint/2010/main" val="233516348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Dark">
    <p:bg>
      <p:bgPr>
        <a:solidFill>
          <a:schemeClr val="tx2"/>
        </a:solidFill>
        <a:effectLst/>
      </p:bgPr>
    </p:bg>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573A3450-9A4F-6E19-0812-FEA02B0F8B9D}"/>
              </a:ext>
            </a:extLst>
          </p:cNvPr>
          <p:cNvSpPr>
            <a:spLocks noGrp="1"/>
          </p:cNvSpPr>
          <p:nvPr>
            <p:ph type="body" sz="quarter" idx="14" hasCustomPrompt="1"/>
          </p:nvPr>
        </p:nvSpPr>
        <p:spPr>
          <a:xfrm>
            <a:off x="827233" y="1933115"/>
            <a:ext cx="10582887" cy="1495885"/>
          </a:xfrm>
        </p:spPr>
        <p:txBody>
          <a:bodyPr/>
          <a:lstStyle>
            <a:lvl1pPr marL="0" marR="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kumimoji="0" lang="en-US" sz="3400" b="1" i="0" u="none" strike="noStrike" kern="0" cap="none" spc="0" normalizeH="0" baseline="0" dirty="0" smtClean="0">
                <a:ln>
                  <a:noFill/>
                </a:ln>
                <a:solidFill>
                  <a:schemeClr val="accent3"/>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noProof="0"/>
              <a:t>Title</a:t>
            </a:r>
            <a:br>
              <a:rPr lang="en-US" noProof="0"/>
            </a:br>
            <a:endParaRPr lang="en-US" noProof="0"/>
          </a:p>
        </p:txBody>
      </p:sp>
      <p:sp>
        <p:nvSpPr>
          <p:cNvPr id="4" name="Text Placeholder 19">
            <a:extLst>
              <a:ext uri="{FF2B5EF4-FFF2-40B4-BE49-F238E27FC236}">
                <a16:creationId xmlns:a16="http://schemas.microsoft.com/office/drawing/2014/main" id="{306358B3-A1A9-8305-6D63-1CFBC925B265}"/>
              </a:ext>
            </a:extLst>
          </p:cNvPr>
          <p:cNvSpPr>
            <a:spLocks noGrp="1"/>
          </p:cNvSpPr>
          <p:nvPr>
            <p:ph type="body" sz="quarter" idx="15" hasCustomPrompt="1"/>
          </p:nvPr>
        </p:nvSpPr>
        <p:spPr>
          <a:xfrm>
            <a:off x="827232" y="3556398"/>
            <a:ext cx="10582885" cy="433694"/>
          </a:xfrm>
        </p:spPr>
        <p:txBody>
          <a:bodyPr/>
          <a:lstStyle>
            <a:lvl1pPr marL="0" indent="0">
              <a:buNone/>
              <a:defRPr sz="2000">
                <a:solidFill>
                  <a:schemeClr val="bg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Date</a:t>
            </a:r>
          </a:p>
        </p:txBody>
      </p:sp>
      <p:pic>
        <p:nvPicPr>
          <p:cNvPr id="6" name="Picture 5">
            <a:extLst>
              <a:ext uri="{FF2B5EF4-FFF2-40B4-BE49-F238E27FC236}">
                <a16:creationId xmlns:a16="http://schemas.microsoft.com/office/drawing/2014/main" id="{E885F33A-648D-73E5-C9B4-1B016B81C49F}"/>
              </a:ext>
            </a:extLst>
          </p:cNvPr>
          <p:cNvPicPr>
            <a:picLocks noChangeAspect="1"/>
          </p:cNvPicPr>
          <p:nvPr userDrawn="1"/>
        </p:nvPicPr>
        <p:blipFill>
          <a:blip r:embed="rId2"/>
          <a:stretch>
            <a:fillRect/>
          </a:stretch>
        </p:blipFill>
        <p:spPr>
          <a:xfrm>
            <a:off x="809561" y="5564150"/>
            <a:ext cx="2642508" cy="420624"/>
          </a:xfrm>
          <a:prstGeom prst="rect">
            <a:avLst/>
          </a:prstGeom>
        </p:spPr>
      </p:pic>
    </p:spTree>
    <p:extLst>
      <p:ext uri="{BB962C8B-B14F-4D97-AF65-F5344CB8AC3E}">
        <p14:creationId xmlns:p14="http://schemas.microsoft.com/office/powerpoint/2010/main" val="400748675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ertical Title and Text - sidebar">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E2FCEED-15E7-44A6-AFFD-6D9F3EB6A3DC}"/>
              </a:ext>
            </a:extLst>
          </p:cNvPr>
          <p:cNvSpPr>
            <a:spLocks noGrp="1"/>
          </p:cNvSpPr>
          <p:nvPr>
            <p:ph type="body" sz="quarter" idx="37" hasCustomPrompt="1"/>
          </p:nvPr>
        </p:nvSpPr>
        <p:spPr>
          <a:xfrm>
            <a:off x="442913" y="1665790"/>
            <a:ext cx="10661374" cy="4375633"/>
          </a:xfrm>
        </p:spPr>
        <p:txBody>
          <a:bodyPr>
            <a:noAutofit/>
          </a:bodyPr>
          <a:lstStyle>
            <a:lvl1pPr defTabSz="228600">
              <a:tabLst>
                <a:tab pos="0" algn="l"/>
              </a:tabLst>
              <a:defRPr>
                <a:solidFill>
                  <a:schemeClr val="tx1"/>
                </a:solidFill>
              </a:defRPr>
            </a:lvl1pPr>
            <a:lvl2pPr defTabSz="228600">
              <a:tabLst>
                <a:tab pos="0" algn="l"/>
              </a:tabLst>
              <a:defRPr>
                <a:solidFill>
                  <a:schemeClr val="tx1"/>
                </a:solidFill>
              </a:defRPr>
            </a:lvl2pPr>
            <a:lvl3pPr defTabSz="228600">
              <a:tabLst>
                <a:tab pos="0" algn="l"/>
              </a:tabLst>
              <a:defRPr>
                <a:solidFill>
                  <a:schemeClr val="tx1"/>
                </a:solidFill>
              </a:defRPr>
            </a:lvl3pPr>
            <a:lvl4pPr marL="914400" indent="-228600" defTabSz="228600">
              <a:tabLst>
                <a:tab pos="0" algn="l"/>
              </a:tabLst>
              <a:defRPr>
                <a:solidFill>
                  <a:schemeClr val="tx1"/>
                </a:solidFill>
              </a:defRPr>
            </a:lvl4pPr>
            <a:lvl5pPr defTabSz="228600">
              <a:tabLst>
                <a:tab pos="0" algn="l"/>
              </a:tabLst>
              <a:defRPr>
                <a:solidFill>
                  <a:schemeClr val="tx1"/>
                </a:solidFill>
              </a:defRPr>
            </a:lvl5pPr>
            <a:lvl6pPr defTabSz="228600">
              <a:tabLst>
                <a:tab pos="0" algn="l"/>
              </a:tabLst>
              <a:defRPr/>
            </a:lvl6pPr>
            <a:lvl7pPr defTabSz="228600">
              <a:tabLst>
                <a:tab pos="0" algn="l"/>
              </a:tabLst>
              <a:defRPr/>
            </a:lvl7pPr>
            <a:lvl8pPr defTabSz="228600">
              <a:tabLst>
                <a:tab pos="0" algn="l"/>
              </a:tabLst>
              <a:defRPr/>
            </a:lvl8pPr>
            <a:lvl9pPr marL="2057400" indent="-215900" defTabSz="228600">
              <a:buNone/>
              <a:tabLst>
                <a:tab pos="0" algn="l"/>
              </a:tabLst>
              <a:defRPr/>
            </a:lvl9pPr>
          </a:lstStyle>
          <a:p>
            <a:pPr lvl="0"/>
            <a:r>
              <a:rPr lang="en-US" noProof="0"/>
              <a:t>Edit body text</a:t>
            </a:r>
          </a:p>
          <a:p>
            <a:pPr lvl="1"/>
            <a:r>
              <a:rPr lang="en-US" noProof="0"/>
              <a:t>Level two</a:t>
            </a:r>
          </a:p>
          <a:p>
            <a:pPr lvl="2"/>
            <a:r>
              <a:rPr lang="en-US" noProof="0"/>
              <a:t>Level three</a:t>
            </a:r>
          </a:p>
          <a:p>
            <a:pPr lvl="3"/>
            <a:r>
              <a:rPr lang="en-US" noProof="0"/>
              <a:t>Level four</a:t>
            </a:r>
          </a:p>
          <a:p>
            <a:pPr lvl="4"/>
            <a:r>
              <a:rPr lang="en-US" noProof="0"/>
              <a:t>Level five</a:t>
            </a:r>
          </a:p>
        </p:txBody>
      </p:sp>
      <p:sp>
        <p:nvSpPr>
          <p:cNvPr id="6" name="Body Level One…">
            <a:extLst>
              <a:ext uri="{FF2B5EF4-FFF2-40B4-BE49-F238E27FC236}">
                <a16:creationId xmlns:a16="http://schemas.microsoft.com/office/drawing/2014/main" id="{F9E4359E-FC68-4055-A92D-DA85CC326DDA}"/>
              </a:ext>
            </a:extLst>
          </p:cNvPr>
          <p:cNvSpPr txBox="1">
            <a:spLocks noGrp="1"/>
          </p:cNvSpPr>
          <p:nvPr>
            <p:ph type="body" sz="quarter" idx="22" hasCustomPrompt="1"/>
          </p:nvPr>
        </p:nvSpPr>
        <p:spPr>
          <a:xfrm>
            <a:off x="442913"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 name="Title 1">
            <a:extLst>
              <a:ext uri="{FF2B5EF4-FFF2-40B4-BE49-F238E27FC236}">
                <a16:creationId xmlns:a16="http://schemas.microsoft.com/office/drawing/2014/main" id="{D1F85293-5007-4338-BBE7-C56BE235F4A0}"/>
              </a:ext>
            </a:extLst>
          </p:cNvPr>
          <p:cNvSpPr>
            <a:spLocks noGrp="1"/>
          </p:cNvSpPr>
          <p:nvPr>
            <p:ph type="title" hasCustomPrompt="1"/>
          </p:nvPr>
        </p:nvSpPr>
        <p:spPr>
          <a:xfrm>
            <a:off x="442913" y="183398"/>
            <a:ext cx="10661375" cy="962008"/>
          </a:xfrm>
          <a:prstGeom prst="rect">
            <a:avLst/>
          </a:prstGeom>
        </p:spPr>
        <p:txBody>
          <a:bodyPr/>
          <a:lstStyle>
            <a:lvl1pPr>
              <a:defRPr>
                <a:solidFill>
                  <a:schemeClr val="tx2"/>
                </a:solidFill>
              </a:defRPr>
            </a:lvl1pPr>
          </a:lstStyle>
          <a:p>
            <a:r>
              <a:rPr lang="en-US" noProof="0" dirty="0"/>
              <a:t>Edit title text</a:t>
            </a:r>
          </a:p>
        </p:txBody>
      </p:sp>
    </p:spTree>
    <p:extLst>
      <p:ext uri="{BB962C8B-B14F-4D97-AF65-F5344CB8AC3E}">
        <p14:creationId xmlns:p14="http://schemas.microsoft.com/office/powerpoint/2010/main" val="38562983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ertical Title and Subtitle">
    <p:spTree>
      <p:nvGrpSpPr>
        <p:cNvPr id="1" name=""/>
        <p:cNvGrpSpPr/>
        <p:nvPr/>
      </p:nvGrpSpPr>
      <p:grpSpPr>
        <a:xfrm>
          <a:off x="0" y="0"/>
          <a:ext cx="0" cy="0"/>
          <a:chOff x="0" y="0"/>
          <a:chExt cx="0" cy="0"/>
        </a:xfrm>
      </p:grpSpPr>
      <p:sp>
        <p:nvSpPr>
          <p:cNvPr id="6" name="Body Level One…">
            <a:extLst>
              <a:ext uri="{FF2B5EF4-FFF2-40B4-BE49-F238E27FC236}">
                <a16:creationId xmlns:a16="http://schemas.microsoft.com/office/drawing/2014/main" id="{F9E4359E-FC68-4055-A92D-DA85CC326DDA}"/>
              </a:ext>
            </a:extLst>
          </p:cNvPr>
          <p:cNvSpPr txBox="1">
            <a:spLocks noGrp="1"/>
          </p:cNvSpPr>
          <p:nvPr>
            <p:ph type="body" sz="quarter" idx="22" hasCustomPrompt="1"/>
          </p:nvPr>
        </p:nvSpPr>
        <p:spPr>
          <a:xfrm>
            <a:off x="442913"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 name="Title 1">
            <a:extLst>
              <a:ext uri="{FF2B5EF4-FFF2-40B4-BE49-F238E27FC236}">
                <a16:creationId xmlns:a16="http://schemas.microsoft.com/office/drawing/2014/main" id="{D1F85293-5007-4338-BBE7-C56BE235F4A0}"/>
              </a:ext>
            </a:extLst>
          </p:cNvPr>
          <p:cNvSpPr>
            <a:spLocks noGrp="1"/>
          </p:cNvSpPr>
          <p:nvPr>
            <p:ph type="title" hasCustomPrompt="1"/>
          </p:nvPr>
        </p:nvSpPr>
        <p:spPr>
          <a:xfrm>
            <a:off x="442913" y="183398"/>
            <a:ext cx="10661375" cy="962008"/>
          </a:xfrm>
          <a:prstGeom prst="rect">
            <a:avLst/>
          </a:prstGeom>
        </p:spPr>
        <p:txBody>
          <a:bodyPr/>
          <a:lstStyle>
            <a:lvl1pPr>
              <a:defRPr>
                <a:solidFill>
                  <a:schemeClr val="tx2"/>
                </a:solidFill>
              </a:defRPr>
            </a:lvl1pPr>
          </a:lstStyle>
          <a:p>
            <a:r>
              <a:rPr lang="en-US" noProof="0" dirty="0"/>
              <a:t>Edit title text</a:t>
            </a:r>
          </a:p>
        </p:txBody>
      </p:sp>
    </p:spTree>
    <p:extLst>
      <p:ext uri="{BB962C8B-B14F-4D97-AF65-F5344CB8AC3E}">
        <p14:creationId xmlns:p14="http://schemas.microsoft.com/office/powerpoint/2010/main" val="1495442212"/>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Slide White">
    <p:bg>
      <p:bgPr>
        <a:solidFill>
          <a:schemeClr val="bg1"/>
        </a:solidFill>
        <a:effectLst/>
      </p:bgPr>
    </p:b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1829A299-CA18-426B-AEAA-80CABC42B3B4}"/>
              </a:ext>
            </a:extLst>
          </p:cNvPr>
          <p:cNvSpPr>
            <a:spLocks noGrp="1"/>
          </p:cNvSpPr>
          <p:nvPr>
            <p:ph type="body" sz="quarter" idx="10" hasCustomPrompt="1"/>
          </p:nvPr>
        </p:nvSpPr>
        <p:spPr>
          <a:xfrm>
            <a:off x="442913" y="2718306"/>
            <a:ext cx="4214895" cy="618092"/>
          </a:xfrm>
        </p:spPr>
        <p:txBody>
          <a:bodyPr anchor="b"/>
          <a:lstStyle>
            <a:lvl1pPr marL="0" indent="0">
              <a:buNone/>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Agenda slide</a:t>
            </a:r>
          </a:p>
        </p:txBody>
      </p:sp>
      <p:sp>
        <p:nvSpPr>
          <p:cNvPr id="17" name="Text Placeholder 19">
            <a:extLst>
              <a:ext uri="{FF2B5EF4-FFF2-40B4-BE49-F238E27FC236}">
                <a16:creationId xmlns:a16="http://schemas.microsoft.com/office/drawing/2014/main" id="{6B77141F-11B9-41C3-A797-C4B51F3FAE5C}"/>
              </a:ext>
            </a:extLst>
          </p:cNvPr>
          <p:cNvSpPr>
            <a:spLocks noGrp="1"/>
          </p:cNvSpPr>
          <p:nvPr>
            <p:ph type="body" sz="quarter" idx="13" hasCustomPrompt="1"/>
          </p:nvPr>
        </p:nvSpPr>
        <p:spPr>
          <a:xfrm>
            <a:off x="442914" y="3336398"/>
            <a:ext cx="4214894"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subtitle</a:t>
            </a:r>
          </a:p>
        </p:txBody>
      </p:sp>
      <p:pic>
        <p:nvPicPr>
          <p:cNvPr id="2" name="Graphic 1">
            <a:extLst>
              <a:ext uri="{FF2B5EF4-FFF2-40B4-BE49-F238E27FC236}">
                <a16:creationId xmlns:a16="http://schemas.microsoft.com/office/drawing/2014/main" id="{DD4556B1-D0C4-891F-C4B9-25E156DDE46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1396" t="26331" r="-445" b="26331"/>
          <a:stretch/>
        </p:blipFill>
        <p:spPr>
          <a:xfrm>
            <a:off x="4571999" y="0"/>
            <a:ext cx="1311008" cy="6858000"/>
          </a:xfrm>
          <a:prstGeom prst="rect">
            <a:avLst/>
          </a:prstGeom>
        </p:spPr>
      </p:pic>
    </p:spTree>
    <p:extLst>
      <p:ext uri="{BB962C8B-B14F-4D97-AF65-F5344CB8AC3E}">
        <p14:creationId xmlns:p14="http://schemas.microsoft.com/office/powerpoint/2010/main" val="384035857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vider Slide White">
    <p:bg>
      <p:bgPr>
        <a:solidFill>
          <a:schemeClr val="bg1"/>
        </a:solidFill>
        <a:effectLst/>
      </p:bgPr>
    </p:b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1829A299-CA18-426B-AEAA-80CABC42B3B4}"/>
              </a:ext>
            </a:extLst>
          </p:cNvPr>
          <p:cNvSpPr>
            <a:spLocks noGrp="1"/>
          </p:cNvSpPr>
          <p:nvPr>
            <p:ph type="body" sz="quarter" idx="10" hasCustomPrompt="1"/>
          </p:nvPr>
        </p:nvSpPr>
        <p:spPr>
          <a:xfrm>
            <a:off x="442913" y="2718306"/>
            <a:ext cx="10413922" cy="618092"/>
          </a:xfrm>
        </p:spPr>
        <p:txBody>
          <a:bodyPr anchor="b"/>
          <a:lstStyle>
            <a:lvl1pPr marL="0" indent="0">
              <a:buNone/>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dirty="0"/>
              <a:t>Divider title</a:t>
            </a:r>
          </a:p>
        </p:txBody>
      </p:sp>
      <p:sp>
        <p:nvSpPr>
          <p:cNvPr id="17" name="Text Placeholder 19">
            <a:extLst>
              <a:ext uri="{FF2B5EF4-FFF2-40B4-BE49-F238E27FC236}">
                <a16:creationId xmlns:a16="http://schemas.microsoft.com/office/drawing/2014/main" id="{6B77141F-11B9-41C3-A797-C4B51F3FAE5C}"/>
              </a:ext>
            </a:extLst>
          </p:cNvPr>
          <p:cNvSpPr>
            <a:spLocks noGrp="1"/>
          </p:cNvSpPr>
          <p:nvPr>
            <p:ph type="body" sz="quarter" idx="13" hasCustomPrompt="1"/>
          </p:nvPr>
        </p:nvSpPr>
        <p:spPr>
          <a:xfrm>
            <a:off x="442914" y="3336398"/>
            <a:ext cx="10413920"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subtitle</a:t>
            </a:r>
          </a:p>
        </p:txBody>
      </p:sp>
    </p:spTree>
    <p:extLst>
      <p:ext uri="{BB962C8B-B14F-4D97-AF65-F5344CB8AC3E}">
        <p14:creationId xmlns:p14="http://schemas.microsoft.com/office/powerpoint/2010/main" val="13611228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ank You">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83D341-FAA7-4F98-8CA9-A0ED884FDC47}"/>
              </a:ext>
            </a:extLst>
          </p:cNvPr>
          <p:cNvSpPr/>
          <p:nvPr/>
        </p:nvSpPr>
        <p:spPr>
          <a:xfrm>
            <a:off x="1393825" y="2713888"/>
            <a:ext cx="2651688" cy="61555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0" cap="none" spc="0" normalizeH="0" baseline="0" noProof="0" dirty="0">
                <a:ln>
                  <a:noFill/>
                </a:ln>
                <a:solidFill>
                  <a:schemeClr val="tx2"/>
                </a:solidFill>
                <a:effectLst/>
                <a:uLnTx/>
                <a:uFillTx/>
                <a:latin typeface="Montserrat ExtraBold" pitchFamily="2" charset="77"/>
                <a:ea typeface="+mn-ea"/>
                <a:cs typeface="+mn-cs"/>
                <a:sym typeface="Trebuchet MS"/>
              </a:rPr>
              <a:t>Thank you</a:t>
            </a:r>
          </a:p>
        </p:txBody>
      </p:sp>
      <p:sp>
        <p:nvSpPr>
          <p:cNvPr id="4" name="Rectangle 3">
            <a:extLst>
              <a:ext uri="{FF2B5EF4-FFF2-40B4-BE49-F238E27FC236}">
                <a16:creationId xmlns:a16="http://schemas.microsoft.com/office/drawing/2014/main" id="{8A168A63-1B60-4D41-8A76-6292D5D87A21}"/>
              </a:ext>
            </a:extLst>
          </p:cNvPr>
          <p:cNvSpPr/>
          <p:nvPr/>
        </p:nvSpPr>
        <p:spPr>
          <a:xfrm>
            <a:off x="1393825" y="3292279"/>
            <a:ext cx="350448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3"/>
                </a:solidFill>
                <a:effectLst/>
                <a:uLnTx/>
                <a:uFillTx/>
                <a:latin typeface="Montserrat SemiBold" pitchFamily="2" charset="77"/>
                <a:ea typeface="+mn-ea"/>
                <a:cs typeface="+mn-cs"/>
                <a:sym typeface="Trebuchet MS"/>
              </a:rPr>
              <a:t>Let’s do something great</a:t>
            </a:r>
          </a:p>
        </p:txBody>
      </p:sp>
    </p:spTree>
    <p:extLst>
      <p:ext uri="{BB962C8B-B14F-4D97-AF65-F5344CB8AC3E}">
        <p14:creationId xmlns:p14="http://schemas.microsoft.com/office/powerpoint/2010/main" val="190204705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Black Footer blank">
    <p:bg>
      <p:bgPr>
        <a:solidFill>
          <a:schemeClr val="tx2"/>
        </a:solidFill>
        <a:effectLst/>
      </p:bgPr>
    </p:bg>
    <p:spTree>
      <p:nvGrpSpPr>
        <p:cNvPr id="1" name=""/>
        <p:cNvGrpSpPr/>
        <p:nvPr/>
      </p:nvGrpSpPr>
      <p:grpSpPr>
        <a:xfrm>
          <a:off x="0" y="0"/>
          <a:ext cx="0" cy="0"/>
          <a:chOff x="0" y="0"/>
          <a:chExt cx="0" cy="0"/>
        </a:xfrm>
      </p:grpSpPr>
      <p:sp>
        <p:nvSpPr>
          <p:cNvPr id="2" name="Body Level One…">
            <a:extLst>
              <a:ext uri="{FF2B5EF4-FFF2-40B4-BE49-F238E27FC236}">
                <a16:creationId xmlns:a16="http://schemas.microsoft.com/office/drawing/2014/main" id="{816793BD-AE95-1BE9-84F1-710E527D752F}"/>
              </a:ext>
            </a:extLst>
          </p:cNvPr>
          <p:cNvSpPr txBox="1">
            <a:spLocks noGrp="1"/>
          </p:cNvSpPr>
          <p:nvPr>
            <p:ph type="body" sz="quarter" idx="22" hasCustomPrompt="1"/>
          </p:nvPr>
        </p:nvSpPr>
        <p:spPr>
          <a:xfrm>
            <a:off x="603769" y="5581789"/>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accent2"/>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6" name="Title 1">
            <a:extLst>
              <a:ext uri="{FF2B5EF4-FFF2-40B4-BE49-F238E27FC236}">
                <a16:creationId xmlns:a16="http://schemas.microsoft.com/office/drawing/2014/main" id="{F2F65C9B-A5E2-CCBE-2973-02ADB0D80E6B}"/>
              </a:ext>
            </a:extLst>
          </p:cNvPr>
          <p:cNvSpPr>
            <a:spLocks noGrp="1"/>
          </p:cNvSpPr>
          <p:nvPr>
            <p:ph type="title" hasCustomPrompt="1"/>
          </p:nvPr>
        </p:nvSpPr>
        <p:spPr>
          <a:xfrm>
            <a:off x="603769" y="4609842"/>
            <a:ext cx="10661375" cy="962008"/>
          </a:xfrm>
          <a:prstGeom prst="rect">
            <a:avLst/>
          </a:prstGeom>
        </p:spPr>
        <p:txBody>
          <a:bodyPr/>
          <a:lstStyle>
            <a:lvl1pPr>
              <a:defRPr>
                <a:solidFill>
                  <a:schemeClr val="bg1"/>
                </a:solidFill>
              </a:defRPr>
            </a:lvl1pPr>
          </a:lstStyle>
          <a:p>
            <a:r>
              <a:rPr lang="en-US" noProof="0"/>
              <a:t>Edit title text</a:t>
            </a:r>
          </a:p>
        </p:txBody>
      </p:sp>
      <p:pic>
        <p:nvPicPr>
          <p:cNvPr id="3" name="Picture 2">
            <a:extLst>
              <a:ext uri="{FF2B5EF4-FFF2-40B4-BE49-F238E27FC236}">
                <a16:creationId xmlns:a16="http://schemas.microsoft.com/office/drawing/2014/main" id="{7A3C0BE9-C3A6-8A0C-EB5F-5069B42EC029}"/>
              </a:ext>
            </a:extLst>
          </p:cNvPr>
          <p:cNvPicPr>
            <a:picLocks noChangeAspect="1"/>
          </p:cNvPicPr>
          <p:nvPr userDrawn="1"/>
        </p:nvPicPr>
        <p:blipFill>
          <a:blip r:embed="rId2"/>
          <a:stretch>
            <a:fillRect/>
          </a:stretch>
        </p:blipFill>
        <p:spPr>
          <a:xfrm>
            <a:off x="11639640" y="6562553"/>
            <a:ext cx="430331" cy="209917"/>
          </a:xfrm>
          <a:prstGeom prst="rect">
            <a:avLst/>
          </a:prstGeom>
        </p:spPr>
      </p:pic>
      <p:sp>
        <p:nvSpPr>
          <p:cNvPr id="7" name="Slide Number Placeholder 5">
            <a:extLst>
              <a:ext uri="{FF2B5EF4-FFF2-40B4-BE49-F238E27FC236}">
                <a16:creationId xmlns:a16="http://schemas.microsoft.com/office/drawing/2014/main" id="{CCABB610-2A04-9B4A-9540-0587E1AE2F9F}"/>
              </a:ext>
            </a:extLst>
          </p:cNvPr>
          <p:cNvSpPr txBox="1">
            <a:spLocks/>
          </p:cNvSpPr>
          <p:nvPr userDrawn="1"/>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dirty="0">
              <a:ln>
                <a:noFill/>
              </a:ln>
              <a:solidFill>
                <a:schemeClr val="bg1"/>
              </a:solidFill>
              <a:effectLst/>
              <a:uLnTx/>
              <a:uFillTx/>
              <a:latin typeface="Montserrat" pitchFamily="2" charset="77"/>
              <a:ea typeface="+mn-ea"/>
              <a:cs typeface="Arial"/>
            </a:endParaRPr>
          </a:p>
        </p:txBody>
      </p:sp>
      <p:pic>
        <p:nvPicPr>
          <p:cNvPr id="13" name="Picture 12">
            <a:extLst>
              <a:ext uri="{FF2B5EF4-FFF2-40B4-BE49-F238E27FC236}">
                <a16:creationId xmlns:a16="http://schemas.microsoft.com/office/drawing/2014/main" id="{8A2ED007-D2C6-EDAF-FD4A-2276457070DD}"/>
              </a:ext>
            </a:extLst>
          </p:cNvPr>
          <p:cNvPicPr>
            <a:picLocks noChangeAspect="1"/>
          </p:cNvPicPr>
          <p:nvPr userDrawn="1"/>
        </p:nvPicPr>
        <p:blipFill>
          <a:blip r:embed="rId3"/>
          <a:stretch>
            <a:fillRect/>
          </a:stretch>
        </p:blipFill>
        <p:spPr>
          <a:xfrm>
            <a:off x="167916" y="6544088"/>
            <a:ext cx="1034025" cy="164592"/>
          </a:xfrm>
          <a:prstGeom prst="rect">
            <a:avLst/>
          </a:prstGeom>
        </p:spPr>
      </p:pic>
      <p:sp>
        <p:nvSpPr>
          <p:cNvPr id="4" name="Slide Number">
            <a:extLst>
              <a:ext uri="{FF2B5EF4-FFF2-40B4-BE49-F238E27FC236}">
                <a16:creationId xmlns:a16="http://schemas.microsoft.com/office/drawing/2014/main" id="{894B9F01-4852-10F9-BDD7-2E5FCF311331}"/>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341171668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ite Foote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27351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D7099534-AC09-93E7-CC88-963FBFEC2C42}"/>
              </a:ext>
            </a:extLst>
          </p:cNvPr>
          <p:cNvSpPr>
            <a:spLocks noChangeAspect="1" noChangeArrowheads="1" noTextEdit="1"/>
          </p:cNvSpPr>
          <p:nvPr userDrawn="1"/>
        </p:nvSpPr>
        <p:spPr bwMode="auto">
          <a:xfrm>
            <a:off x="-2776538" y="492125"/>
            <a:ext cx="11768138" cy="587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5">
            <a:extLst>
              <a:ext uri="{FF2B5EF4-FFF2-40B4-BE49-F238E27FC236}">
                <a16:creationId xmlns:a16="http://schemas.microsoft.com/office/drawing/2014/main" id="{A246429B-09CF-5E53-1B5D-F6559A614A53}"/>
              </a:ext>
            </a:extLst>
          </p:cNvPr>
          <p:cNvSpPr>
            <a:spLocks/>
          </p:cNvSpPr>
          <p:nvPr userDrawn="1"/>
        </p:nvSpPr>
        <p:spPr bwMode="auto">
          <a:xfrm>
            <a:off x="0" y="476250"/>
            <a:ext cx="8102675" cy="5889625"/>
          </a:xfrm>
          <a:custGeom>
            <a:avLst/>
            <a:gdLst>
              <a:gd name="T0" fmla="*/ 5225 w 6967"/>
              <a:gd name="T1" fmla="*/ 3483 h 3483"/>
              <a:gd name="T2" fmla="*/ 5225 w 6967"/>
              <a:gd name="T3" fmla="*/ 3483 h 3483"/>
              <a:gd name="T4" fmla="*/ 0 w 6967"/>
              <a:gd name="T5" fmla="*/ 3483 h 3483"/>
              <a:gd name="T6" fmla="*/ 0 w 6967"/>
              <a:gd name="T7" fmla="*/ 0 h 3483"/>
              <a:gd name="T8" fmla="*/ 5225 w 6967"/>
              <a:gd name="T9" fmla="*/ 0 h 3483"/>
              <a:gd name="T10" fmla="*/ 6967 w 6967"/>
              <a:gd name="T11" fmla="*/ 1741 h 3483"/>
              <a:gd name="T12" fmla="*/ 6967 w 6967"/>
              <a:gd name="T13" fmla="*/ 1741 h 3483"/>
              <a:gd name="T14" fmla="*/ 5225 w 6967"/>
              <a:gd name="T15" fmla="*/ 3483 h 3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67" h="3483">
                <a:moveTo>
                  <a:pt x="5225" y="3483"/>
                </a:moveTo>
                <a:lnTo>
                  <a:pt x="5225" y="3483"/>
                </a:lnTo>
                <a:lnTo>
                  <a:pt x="0" y="3483"/>
                </a:lnTo>
                <a:lnTo>
                  <a:pt x="0" y="0"/>
                </a:lnTo>
                <a:lnTo>
                  <a:pt x="5225" y="0"/>
                </a:lnTo>
                <a:cubicBezTo>
                  <a:pt x="6187" y="0"/>
                  <a:pt x="6967" y="779"/>
                  <a:pt x="6967" y="1741"/>
                </a:cubicBezTo>
                <a:lnTo>
                  <a:pt x="6967" y="1741"/>
                </a:lnTo>
                <a:cubicBezTo>
                  <a:pt x="6967" y="2703"/>
                  <a:pt x="6187" y="3483"/>
                  <a:pt x="5225" y="3483"/>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6">
            <a:extLst>
              <a:ext uri="{FF2B5EF4-FFF2-40B4-BE49-F238E27FC236}">
                <a16:creationId xmlns:a16="http://schemas.microsoft.com/office/drawing/2014/main" id="{1E7798CF-C5C2-C610-C6AF-7E4E870120E6}"/>
              </a:ext>
            </a:extLst>
          </p:cNvPr>
          <p:cNvSpPr>
            <a:spLocks/>
          </p:cNvSpPr>
          <p:nvPr userDrawn="1"/>
        </p:nvSpPr>
        <p:spPr bwMode="auto">
          <a:xfrm>
            <a:off x="3113087" y="476250"/>
            <a:ext cx="5892801" cy="5888038"/>
          </a:xfrm>
          <a:custGeom>
            <a:avLst/>
            <a:gdLst>
              <a:gd name="T0" fmla="*/ 3484 w 3484"/>
              <a:gd name="T1" fmla="*/ 1741 h 3482"/>
              <a:gd name="T2" fmla="*/ 3484 w 3484"/>
              <a:gd name="T3" fmla="*/ 1741 h 3482"/>
              <a:gd name="T4" fmla="*/ 1742 w 3484"/>
              <a:gd name="T5" fmla="*/ 3482 h 3482"/>
              <a:gd name="T6" fmla="*/ 0 w 3484"/>
              <a:gd name="T7" fmla="*/ 1741 h 3482"/>
              <a:gd name="T8" fmla="*/ 1742 w 3484"/>
              <a:gd name="T9" fmla="*/ 0 h 3482"/>
              <a:gd name="T10" fmla="*/ 3484 w 3484"/>
              <a:gd name="T11" fmla="*/ 1741 h 3482"/>
            </a:gdLst>
            <a:ahLst/>
            <a:cxnLst>
              <a:cxn ang="0">
                <a:pos x="T0" y="T1"/>
              </a:cxn>
              <a:cxn ang="0">
                <a:pos x="T2" y="T3"/>
              </a:cxn>
              <a:cxn ang="0">
                <a:pos x="T4" y="T5"/>
              </a:cxn>
              <a:cxn ang="0">
                <a:pos x="T6" y="T7"/>
              </a:cxn>
              <a:cxn ang="0">
                <a:pos x="T8" y="T9"/>
              </a:cxn>
              <a:cxn ang="0">
                <a:pos x="T10" y="T11"/>
              </a:cxn>
            </a:cxnLst>
            <a:rect l="0" t="0" r="r" b="b"/>
            <a:pathLst>
              <a:path w="3484" h="3482">
                <a:moveTo>
                  <a:pt x="3484" y="1741"/>
                </a:moveTo>
                <a:lnTo>
                  <a:pt x="3484" y="1741"/>
                </a:lnTo>
                <a:cubicBezTo>
                  <a:pt x="3484" y="2703"/>
                  <a:pt x="2704" y="3482"/>
                  <a:pt x="1742" y="3482"/>
                </a:cubicBezTo>
                <a:cubicBezTo>
                  <a:pt x="780" y="3482"/>
                  <a:pt x="0" y="2703"/>
                  <a:pt x="0" y="1741"/>
                </a:cubicBezTo>
                <a:cubicBezTo>
                  <a:pt x="0" y="779"/>
                  <a:pt x="780" y="0"/>
                  <a:pt x="1742" y="0"/>
                </a:cubicBezTo>
                <a:cubicBezTo>
                  <a:pt x="2704" y="0"/>
                  <a:pt x="3484" y="779"/>
                  <a:pt x="3484" y="1741"/>
                </a:cubicBezTo>
                <a:close/>
              </a:path>
            </a:pathLst>
          </a:custGeom>
          <a:solidFill>
            <a:srgbClr val="003D5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ext Placeholder 15">
            <a:extLst>
              <a:ext uri="{FF2B5EF4-FFF2-40B4-BE49-F238E27FC236}">
                <a16:creationId xmlns:a16="http://schemas.microsoft.com/office/drawing/2014/main" id="{7A694D2E-5473-7AB0-0EC7-B48AE359344B}"/>
              </a:ext>
            </a:extLst>
          </p:cNvPr>
          <p:cNvSpPr>
            <a:spLocks noGrp="1"/>
          </p:cNvSpPr>
          <p:nvPr userDrawn="1">
            <p:ph type="body" sz="quarter" idx="10" hasCustomPrompt="1"/>
          </p:nvPr>
        </p:nvSpPr>
        <p:spPr>
          <a:xfrm>
            <a:off x="3887780" y="2773436"/>
            <a:ext cx="4214895" cy="1311128"/>
          </a:xfrm>
        </p:spPr>
        <p:txBody>
          <a:bodyPr anchor="ctr">
            <a:noAutofit/>
          </a:bodyPr>
          <a:lstStyle>
            <a:lvl1pPr marL="0" indent="0" algn="ctr">
              <a:buNone/>
              <a:defRPr kumimoji="0" lang="en-US" sz="4400" b="1" i="0" u="none" strike="noStrike" kern="0" cap="none" spc="0" normalizeH="0" baseline="0" dirty="0" smtClean="0">
                <a:ln>
                  <a:noFill/>
                </a:ln>
                <a:solidFill>
                  <a:schemeClr val="bg1"/>
                </a:solidFill>
                <a:effectLst/>
                <a:uLnTx/>
                <a:uFillTx/>
                <a:latin typeface="Montserrat" pitchFamily="2" charset="77"/>
                <a:ea typeface="Montserrat" pitchFamily="2" charset="77"/>
                <a:cs typeface="Montserrat"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dirty="0"/>
              <a:t>Brand asset slide divider</a:t>
            </a:r>
          </a:p>
        </p:txBody>
      </p:sp>
      <p:sp>
        <p:nvSpPr>
          <p:cNvPr id="3" name="Slide Number">
            <a:extLst>
              <a:ext uri="{FF2B5EF4-FFF2-40B4-BE49-F238E27FC236}">
                <a16:creationId xmlns:a16="http://schemas.microsoft.com/office/drawing/2014/main" id="{91269A00-F4A4-1A42-7861-055C89AB8BFD}"/>
              </a:ext>
            </a:extLst>
          </p:cNvPr>
          <p:cNvSpPr txBox="1">
            <a:spLocks/>
          </p:cNvSpPr>
          <p:nvPr userDrawn="1"/>
        </p:nvSpPr>
        <p:spPr>
          <a:xfrm>
            <a:off x="129602"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7" name="Graphic 6">
            <a:extLst>
              <a:ext uri="{FF2B5EF4-FFF2-40B4-BE49-F238E27FC236}">
                <a16:creationId xmlns:a16="http://schemas.microsoft.com/office/drawing/2014/main" id="{40A816BB-7ABE-E4A8-0DCE-DC2C232FCA7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1427" y="6500100"/>
            <a:ext cx="1090626" cy="174500"/>
          </a:xfrm>
          <a:prstGeom prst="rect">
            <a:avLst/>
          </a:prstGeom>
        </p:spPr>
      </p:pic>
    </p:spTree>
    <p:extLst>
      <p:ext uri="{BB962C8B-B14F-4D97-AF65-F5344CB8AC3E}">
        <p14:creationId xmlns:p14="http://schemas.microsoft.com/office/powerpoint/2010/main" val="1981600501"/>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tx2"/>
        </a:solidFill>
        <a:effectLst/>
      </p:bgPr>
    </p:bg>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DDC37E05-F56E-9463-7EC1-5BC08F9B543A}"/>
              </a:ext>
            </a:extLst>
          </p:cNvPr>
          <p:cNvSpPr>
            <a:spLocks/>
          </p:cNvSpPr>
          <p:nvPr userDrawn="1"/>
        </p:nvSpPr>
        <p:spPr bwMode="auto">
          <a:xfrm>
            <a:off x="0" y="476250"/>
            <a:ext cx="8102675" cy="5889625"/>
          </a:xfrm>
          <a:custGeom>
            <a:avLst/>
            <a:gdLst>
              <a:gd name="T0" fmla="*/ 5225 w 6967"/>
              <a:gd name="T1" fmla="*/ 3483 h 3483"/>
              <a:gd name="T2" fmla="*/ 5225 w 6967"/>
              <a:gd name="T3" fmla="*/ 3483 h 3483"/>
              <a:gd name="T4" fmla="*/ 0 w 6967"/>
              <a:gd name="T5" fmla="*/ 3483 h 3483"/>
              <a:gd name="T6" fmla="*/ 0 w 6967"/>
              <a:gd name="T7" fmla="*/ 0 h 3483"/>
              <a:gd name="T8" fmla="*/ 5225 w 6967"/>
              <a:gd name="T9" fmla="*/ 0 h 3483"/>
              <a:gd name="T10" fmla="*/ 6967 w 6967"/>
              <a:gd name="T11" fmla="*/ 1741 h 3483"/>
              <a:gd name="T12" fmla="*/ 6967 w 6967"/>
              <a:gd name="T13" fmla="*/ 1741 h 3483"/>
              <a:gd name="T14" fmla="*/ 5225 w 6967"/>
              <a:gd name="T15" fmla="*/ 3483 h 3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67" h="3483">
                <a:moveTo>
                  <a:pt x="5225" y="3483"/>
                </a:moveTo>
                <a:lnTo>
                  <a:pt x="5225" y="3483"/>
                </a:lnTo>
                <a:lnTo>
                  <a:pt x="0" y="3483"/>
                </a:lnTo>
                <a:lnTo>
                  <a:pt x="0" y="0"/>
                </a:lnTo>
                <a:lnTo>
                  <a:pt x="5225" y="0"/>
                </a:lnTo>
                <a:cubicBezTo>
                  <a:pt x="6187" y="0"/>
                  <a:pt x="6967" y="779"/>
                  <a:pt x="6967" y="1741"/>
                </a:cubicBezTo>
                <a:lnTo>
                  <a:pt x="6967" y="1741"/>
                </a:lnTo>
                <a:cubicBezTo>
                  <a:pt x="6967" y="2703"/>
                  <a:pt x="6187" y="3483"/>
                  <a:pt x="5225" y="3483"/>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6">
            <a:extLst>
              <a:ext uri="{FF2B5EF4-FFF2-40B4-BE49-F238E27FC236}">
                <a16:creationId xmlns:a16="http://schemas.microsoft.com/office/drawing/2014/main" id="{4B3BECD9-F7DC-7859-23FB-372D911247A3}"/>
              </a:ext>
            </a:extLst>
          </p:cNvPr>
          <p:cNvSpPr>
            <a:spLocks/>
          </p:cNvSpPr>
          <p:nvPr userDrawn="1"/>
        </p:nvSpPr>
        <p:spPr bwMode="auto">
          <a:xfrm>
            <a:off x="3113087" y="476250"/>
            <a:ext cx="5892801" cy="5888038"/>
          </a:xfrm>
          <a:custGeom>
            <a:avLst/>
            <a:gdLst>
              <a:gd name="T0" fmla="*/ 3484 w 3484"/>
              <a:gd name="T1" fmla="*/ 1741 h 3482"/>
              <a:gd name="T2" fmla="*/ 3484 w 3484"/>
              <a:gd name="T3" fmla="*/ 1741 h 3482"/>
              <a:gd name="T4" fmla="*/ 1742 w 3484"/>
              <a:gd name="T5" fmla="*/ 3482 h 3482"/>
              <a:gd name="T6" fmla="*/ 0 w 3484"/>
              <a:gd name="T7" fmla="*/ 1741 h 3482"/>
              <a:gd name="T8" fmla="*/ 1742 w 3484"/>
              <a:gd name="T9" fmla="*/ 0 h 3482"/>
              <a:gd name="T10" fmla="*/ 3484 w 3484"/>
              <a:gd name="T11" fmla="*/ 1741 h 3482"/>
            </a:gdLst>
            <a:ahLst/>
            <a:cxnLst>
              <a:cxn ang="0">
                <a:pos x="T0" y="T1"/>
              </a:cxn>
              <a:cxn ang="0">
                <a:pos x="T2" y="T3"/>
              </a:cxn>
              <a:cxn ang="0">
                <a:pos x="T4" y="T5"/>
              </a:cxn>
              <a:cxn ang="0">
                <a:pos x="T6" y="T7"/>
              </a:cxn>
              <a:cxn ang="0">
                <a:pos x="T8" y="T9"/>
              </a:cxn>
              <a:cxn ang="0">
                <a:pos x="T10" y="T11"/>
              </a:cxn>
            </a:cxnLst>
            <a:rect l="0" t="0" r="r" b="b"/>
            <a:pathLst>
              <a:path w="3484" h="3482">
                <a:moveTo>
                  <a:pt x="3484" y="1741"/>
                </a:moveTo>
                <a:lnTo>
                  <a:pt x="3484" y="1741"/>
                </a:lnTo>
                <a:cubicBezTo>
                  <a:pt x="3484" y="2703"/>
                  <a:pt x="2704" y="3482"/>
                  <a:pt x="1742" y="3482"/>
                </a:cubicBezTo>
                <a:cubicBezTo>
                  <a:pt x="780" y="3482"/>
                  <a:pt x="0" y="2703"/>
                  <a:pt x="0" y="1741"/>
                </a:cubicBezTo>
                <a:cubicBezTo>
                  <a:pt x="0" y="779"/>
                  <a:pt x="780" y="0"/>
                  <a:pt x="1742" y="0"/>
                </a:cubicBezTo>
                <a:cubicBezTo>
                  <a:pt x="2704" y="0"/>
                  <a:pt x="3484" y="779"/>
                  <a:pt x="3484" y="174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ext Placeholder 15">
            <a:extLst>
              <a:ext uri="{FF2B5EF4-FFF2-40B4-BE49-F238E27FC236}">
                <a16:creationId xmlns:a16="http://schemas.microsoft.com/office/drawing/2014/main" id="{7A694D2E-5473-7AB0-0EC7-B48AE359344B}"/>
              </a:ext>
            </a:extLst>
          </p:cNvPr>
          <p:cNvSpPr>
            <a:spLocks noGrp="1"/>
          </p:cNvSpPr>
          <p:nvPr userDrawn="1">
            <p:ph type="body" sz="quarter" idx="10" hasCustomPrompt="1"/>
          </p:nvPr>
        </p:nvSpPr>
        <p:spPr>
          <a:xfrm>
            <a:off x="3887780" y="2773436"/>
            <a:ext cx="4214895" cy="1311128"/>
          </a:xfrm>
        </p:spPr>
        <p:txBody>
          <a:bodyPr anchor="ctr">
            <a:noAutofit/>
          </a:bodyPr>
          <a:lstStyle>
            <a:lvl1pPr marL="0" indent="0" algn="ctr">
              <a:buNone/>
              <a:defRPr kumimoji="0" lang="en-US" sz="4400" b="1" i="0" u="none" strike="noStrike" kern="0" cap="none" spc="0" normalizeH="0" baseline="0" dirty="0" smtClean="0">
                <a:ln>
                  <a:noFill/>
                </a:ln>
                <a:solidFill>
                  <a:schemeClr val="tx2"/>
                </a:solidFill>
                <a:effectLst/>
                <a:uLnTx/>
                <a:uFillTx/>
                <a:latin typeface="Montserrat" pitchFamily="2" charset="77"/>
                <a:ea typeface="Montserrat" pitchFamily="2" charset="77"/>
                <a:cs typeface="Montserrat"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dirty="0"/>
              <a:t>Brand asset slide divider</a:t>
            </a:r>
          </a:p>
        </p:txBody>
      </p:sp>
      <p:sp>
        <p:nvSpPr>
          <p:cNvPr id="8" name="Slide Number">
            <a:extLst>
              <a:ext uri="{FF2B5EF4-FFF2-40B4-BE49-F238E27FC236}">
                <a16:creationId xmlns:a16="http://schemas.microsoft.com/office/drawing/2014/main" id="{17761110-E94E-FA33-54BF-A011A62D31A5}"/>
              </a:ext>
            </a:extLst>
          </p:cNvPr>
          <p:cNvSpPr txBox="1">
            <a:spLocks/>
          </p:cNvSpPr>
          <p:nvPr userDrawn="1"/>
        </p:nvSpPr>
        <p:spPr>
          <a:xfrm>
            <a:off x="105351" y="6574575"/>
            <a:ext cx="334021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9" name="Picture 8">
            <a:extLst>
              <a:ext uri="{FF2B5EF4-FFF2-40B4-BE49-F238E27FC236}">
                <a16:creationId xmlns:a16="http://schemas.microsoft.com/office/drawing/2014/main" id="{73B7A2F5-C1CA-6E99-EB26-875C8B400A83}"/>
              </a:ext>
            </a:extLst>
          </p:cNvPr>
          <p:cNvPicPr>
            <a:picLocks noChangeAspect="1"/>
          </p:cNvPicPr>
          <p:nvPr userDrawn="1"/>
        </p:nvPicPr>
        <p:blipFill>
          <a:blip r:embed="rId2"/>
          <a:stretch>
            <a:fillRect/>
          </a:stretch>
        </p:blipFill>
        <p:spPr>
          <a:xfrm>
            <a:off x="10924261" y="6544088"/>
            <a:ext cx="1034025" cy="164592"/>
          </a:xfrm>
          <a:prstGeom prst="rect">
            <a:avLst/>
          </a:prstGeom>
        </p:spPr>
      </p:pic>
    </p:spTree>
    <p:extLst>
      <p:ext uri="{BB962C8B-B14F-4D97-AF65-F5344CB8AC3E}">
        <p14:creationId xmlns:p14="http://schemas.microsoft.com/office/powerpoint/2010/main" val="2527552207"/>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12D0657-62A2-46EB-B9EA-23E37F2FD5BF}"/>
              </a:ext>
            </a:extLst>
          </p:cNvPr>
          <p:cNvSpPr/>
          <p:nvPr userDrawn="1"/>
        </p:nvSpPr>
        <p:spPr>
          <a:xfrm>
            <a:off x="5140008" y="3997089"/>
            <a:ext cx="1588897" cy="563231"/>
          </a:xfrm>
          <a:prstGeom prst="rect">
            <a:avLst/>
          </a:prstGeom>
        </p:spPr>
        <p:txBody>
          <a:bodyPr wrap="none">
            <a:spAutoFit/>
          </a:body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kumimoji="0" lang="en-US" sz="3400" b="0" i="0" u="none" strike="noStrike" kern="0" cap="none" spc="0" normalizeH="0" baseline="0" noProof="0">
                <a:ln>
                  <a:noFill/>
                </a:ln>
                <a:solidFill>
                  <a:schemeClr val="tx2"/>
                </a:solidFill>
                <a:effectLst/>
                <a:uLnTx/>
                <a:uFillTx/>
                <a:latin typeface="Arial Black"/>
                <a:ea typeface="+mn-ea"/>
                <a:cs typeface="+mn-cs"/>
                <a:sym typeface="Trebuchet MS"/>
              </a:rPr>
              <a:t>Break</a:t>
            </a:r>
          </a:p>
        </p:txBody>
      </p:sp>
      <p:sp>
        <p:nvSpPr>
          <p:cNvPr id="4" name="Freeform 3">
            <a:extLst>
              <a:ext uri="{FF2B5EF4-FFF2-40B4-BE49-F238E27FC236}">
                <a16:creationId xmlns:a16="http://schemas.microsoft.com/office/drawing/2014/main" id="{910D6C10-6DE7-1238-82A7-87B5EB1B5511}"/>
              </a:ext>
            </a:extLst>
          </p:cNvPr>
          <p:cNvSpPr/>
          <p:nvPr/>
        </p:nvSpPr>
        <p:spPr>
          <a:xfrm>
            <a:off x="5824884" y="3027486"/>
            <a:ext cx="848235" cy="745970"/>
          </a:xfrm>
          <a:custGeom>
            <a:avLst/>
            <a:gdLst>
              <a:gd name="connsiteX0" fmla="*/ 338970 w 848235"/>
              <a:gd name="connsiteY0" fmla="*/ -405 h 745970"/>
              <a:gd name="connsiteX1" fmla="*/ 617195 w 848235"/>
              <a:gd name="connsiteY1" fmla="*/ -405 h 745970"/>
              <a:gd name="connsiteX2" fmla="*/ 675679 w 848235"/>
              <a:gd name="connsiteY2" fmla="*/ 57506 h 745970"/>
              <a:gd name="connsiteX3" fmla="*/ 727589 w 848235"/>
              <a:gd name="connsiteY3" fmla="*/ 109894 h 745970"/>
              <a:gd name="connsiteX4" fmla="*/ 802837 w 848235"/>
              <a:gd name="connsiteY4" fmla="*/ 109894 h 745970"/>
              <a:gd name="connsiteX5" fmla="*/ 846652 w 848235"/>
              <a:gd name="connsiteY5" fmla="*/ 153899 h 745970"/>
              <a:gd name="connsiteX6" fmla="*/ 694252 w 848235"/>
              <a:gd name="connsiteY6" fmla="*/ 502609 h 745970"/>
              <a:gd name="connsiteX7" fmla="*/ 675202 w 848235"/>
              <a:gd name="connsiteY7" fmla="*/ 545281 h 745970"/>
              <a:gd name="connsiteX8" fmla="*/ 638149 w 848235"/>
              <a:gd name="connsiteY8" fmla="*/ 684346 h 745970"/>
              <a:gd name="connsiteX9" fmla="*/ 521468 w 848235"/>
              <a:gd name="connsiteY9" fmla="*/ 743306 h 745970"/>
              <a:gd name="connsiteX10" fmla="*/ 163138 w 848235"/>
              <a:gd name="connsiteY10" fmla="*/ 743877 h 745970"/>
              <a:gd name="connsiteX11" fmla="*/ -692 w 848235"/>
              <a:gd name="connsiteY11" fmla="*/ 572427 h 745970"/>
              <a:gd name="connsiteX12" fmla="*/ -692 w 848235"/>
              <a:gd name="connsiteY12" fmla="*/ 51124 h 745970"/>
              <a:gd name="connsiteX13" fmla="*/ 53314 w 848235"/>
              <a:gd name="connsiteY13" fmla="*/ -1073 h 745970"/>
              <a:gd name="connsiteX14" fmla="*/ 338970 w 848235"/>
              <a:gd name="connsiteY14" fmla="*/ -405 h 745970"/>
              <a:gd name="connsiteX15" fmla="*/ 83414 w 848235"/>
              <a:gd name="connsiteY15" fmla="*/ 344209 h 745970"/>
              <a:gd name="connsiteX16" fmla="*/ 83414 w 848235"/>
              <a:gd name="connsiteY16" fmla="*/ 569856 h 745970"/>
              <a:gd name="connsiteX17" fmla="*/ 176473 w 848235"/>
              <a:gd name="connsiteY17" fmla="*/ 662534 h 745970"/>
              <a:gd name="connsiteX18" fmla="*/ 497371 w 848235"/>
              <a:gd name="connsiteY18" fmla="*/ 662534 h 745970"/>
              <a:gd name="connsiteX19" fmla="*/ 592621 w 848235"/>
              <a:gd name="connsiteY19" fmla="*/ 568808 h 745970"/>
              <a:gd name="connsiteX20" fmla="*/ 593192 w 848235"/>
              <a:gd name="connsiteY20" fmla="*/ 102083 h 745970"/>
              <a:gd name="connsiteX21" fmla="*/ 571665 w 848235"/>
              <a:gd name="connsiteY21" fmla="*/ 81128 h 745970"/>
              <a:gd name="connsiteX22" fmla="*/ 104940 w 848235"/>
              <a:gd name="connsiteY22" fmla="*/ 81128 h 745970"/>
              <a:gd name="connsiteX23" fmla="*/ 82175 w 848235"/>
              <a:gd name="connsiteY23" fmla="*/ 105702 h 745970"/>
              <a:gd name="connsiteX24" fmla="*/ 83414 w 848235"/>
              <a:gd name="connsiteY24" fmla="*/ 344209 h 745970"/>
              <a:gd name="connsiteX25" fmla="*/ 675679 w 848235"/>
              <a:gd name="connsiteY25" fmla="*/ 401359 h 745970"/>
              <a:gd name="connsiteX26" fmla="*/ 754069 w 848235"/>
              <a:gd name="connsiteY26" fmla="*/ 243148 h 745970"/>
              <a:gd name="connsiteX27" fmla="*/ 713683 w 848235"/>
              <a:gd name="connsiteY27" fmla="*/ 193428 h 745970"/>
              <a:gd name="connsiteX28" fmla="*/ 691204 w 848235"/>
              <a:gd name="connsiteY28" fmla="*/ 193428 h 745970"/>
              <a:gd name="connsiteX29" fmla="*/ 675488 w 848235"/>
              <a:gd name="connsiteY29" fmla="*/ 209620 h 745970"/>
              <a:gd name="connsiteX30" fmla="*/ 675393 w 848235"/>
              <a:gd name="connsiteY30" fmla="*/ 401168 h 7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48235" h="745970">
                <a:moveTo>
                  <a:pt x="338970" y="-405"/>
                </a:moveTo>
                <a:lnTo>
                  <a:pt x="617195" y="-405"/>
                </a:lnTo>
                <a:cubicBezTo>
                  <a:pt x="662534" y="-405"/>
                  <a:pt x="675488" y="12644"/>
                  <a:pt x="675679" y="57506"/>
                </a:cubicBezTo>
                <a:cubicBezTo>
                  <a:pt x="675679" y="109894"/>
                  <a:pt x="675679" y="109894"/>
                  <a:pt x="727589" y="109894"/>
                </a:cubicBezTo>
                <a:cubicBezTo>
                  <a:pt x="752640" y="109894"/>
                  <a:pt x="777786" y="109322"/>
                  <a:pt x="802837" y="109894"/>
                </a:cubicBezTo>
                <a:cubicBezTo>
                  <a:pt x="830935" y="110941"/>
                  <a:pt x="846652" y="126467"/>
                  <a:pt x="846652" y="153899"/>
                </a:cubicBezTo>
                <a:cubicBezTo>
                  <a:pt x="846652" y="292298"/>
                  <a:pt x="797122" y="409550"/>
                  <a:pt x="694252" y="502609"/>
                </a:cubicBezTo>
                <a:cubicBezTo>
                  <a:pt x="681012" y="512611"/>
                  <a:pt x="673868" y="528708"/>
                  <a:pt x="675202" y="545281"/>
                </a:cubicBezTo>
                <a:cubicBezTo>
                  <a:pt x="677774" y="595383"/>
                  <a:pt x="672345" y="643389"/>
                  <a:pt x="638149" y="684346"/>
                </a:cubicBezTo>
                <a:cubicBezTo>
                  <a:pt x="607479" y="721208"/>
                  <a:pt x="568808" y="742734"/>
                  <a:pt x="521468" y="743306"/>
                </a:cubicBezTo>
                <a:cubicBezTo>
                  <a:pt x="402025" y="744831"/>
                  <a:pt x="282582" y="745688"/>
                  <a:pt x="163138" y="743877"/>
                </a:cubicBezTo>
                <a:cubicBezTo>
                  <a:pt x="65126" y="742449"/>
                  <a:pt x="260" y="675012"/>
                  <a:pt x="-692" y="572427"/>
                </a:cubicBezTo>
                <a:cubicBezTo>
                  <a:pt x="-2311" y="398691"/>
                  <a:pt x="-1359" y="224955"/>
                  <a:pt x="-692" y="51124"/>
                </a:cubicBezTo>
                <a:cubicBezTo>
                  <a:pt x="-692" y="13024"/>
                  <a:pt x="14262" y="-977"/>
                  <a:pt x="53314" y="-1073"/>
                </a:cubicBezTo>
                <a:cubicBezTo>
                  <a:pt x="148564" y="-596"/>
                  <a:pt x="243814" y="-405"/>
                  <a:pt x="338970" y="-405"/>
                </a:cubicBezTo>
                <a:close/>
                <a:moveTo>
                  <a:pt x="83414" y="344209"/>
                </a:moveTo>
                <a:cubicBezTo>
                  <a:pt x="83414" y="419456"/>
                  <a:pt x="83414" y="494704"/>
                  <a:pt x="83414" y="569856"/>
                </a:cubicBezTo>
                <a:cubicBezTo>
                  <a:pt x="83414" y="629673"/>
                  <a:pt x="116180" y="662344"/>
                  <a:pt x="176473" y="662534"/>
                </a:cubicBezTo>
                <a:cubicBezTo>
                  <a:pt x="283439" y="662534"/>
                  <a:pt x="390404" y="662534"/>
                  <a:pt x="497371" y="662534"/>
                </a:cubicBezTo>
                <a:cubicBezTo>
                  <a:pt x="559093" y="662534"/>
                  <a:pt x="592621" y="630245"/>
                  <a:pt x="592621" y="568808"/>
                </a:cubicBezTo>
                <a:cubicBezTo>
                  <a:pt x="593287" y="413360"/>
                  <a:pt x="592621" y="257913"/>
                  <a:pt x="593192" y="102083"/>
                </a:cubicBezTo>
                <a:cubicBezTo>
                  <a:pt x="593192" y="85414"/>
                  <a:pt x="587858" y="81128"/>
                  <a:pt x="571665" y="81128"/>
                </a:cubicBezTo>
                <a:cubicBezTo>
                  <a:pt x="416313" y="81700"/>
                  <a:pt x="260674" y="81700"/>
                  <a:pt x="104940" y="81128"/>
                </a:cubicBezTo>
                <a:cubicBezTo>
                  <a:pt x="84747" y="81128"/>
                  <a:pt x="81985" y="88367"/>
                  <a:pt x="82175" y="105702"/>
                </a:cubicBezTo>
                <a:cubicBezTo>
                  <a:pt x="83795" y="185426"/>
                  <a:pt x="83414" y="264866"/>
                  <a:pt x="83414" y="344209"/>
                </a:cubicBezTo>
                <a:close/>
                <a:moveTo>
                  <a:pt x="675679" y="401359"/>
                </a:moveTo>
                <a:cubicBezTo>
                  <a:pt x="714540" y="355924"/>
                  <a:pt x="741495" y="301537"/>
                  <a:pt x="754069" y="243148"/>
                </a:cubicBezTo>
                <a:cubicBezTo>
                  <a:pt x="765403" y="193524"/>
                  <a:pt x="765118" y="193428"/>
                  <a:pt x="713683" y="193428"/>
                </a:cubicBezTo>
                <a:cubicBezTo>
                  <a:pt x="706158" y="193428"/>
                  <a:pt x="698633" y="193428"/>
                  <a:pt x="691204" y="193428"/>
                </a:cubicBezTo>
                <a:cubicBezTo>
                  <a:pt x="679107" y="192570"/>
                  <a:pt x="675393" y="198000"/>
                  <a:pt x="675488" y="209620"/>
                </a:cubicBezTo>
                <a:cubicBezTo>
                  <a:pt x="675869" y="271057"/>
                  <a:pt x="675393" y="332779"/>
                  <a:pt x="675393" y="401168"/>
                </a:cubicBezTo>
                <a:close/>
              </a:path>
            </a:pathLst>
          </a:custGeom>
          <a:solidFill>
            <a:schemeClr val="accent1"/>
          </a:solidFill>
          <a:ln w="9525" cap="flat">
            <a:noFill/>
            <a:prstDash val="solid"/>
            <a:miter/>
          </a:ln>
        </p:spPr>
        <p:txBody>
          <a:bodyPr rtlCol="0" anchor="ctr"/>
          <a:lstStyle/>
          <a:p>
            <a:endParaRPr lang="en-US" noProof="0"/>
          </a:p>
        </p:txBody>
      </p:sp>
      <p:sp>
        <p:nvSpPr>
          <p:cNvPr id="5" name="Freeform 4">
            <a:extLst>
              <a:ext uri="{FF2B5EF4-FFF2-40B4-BE49-F238E27FC236}">
                <a16:creationId xmlns:a16="http://schemas.microsoft.com/office/drawing/2014/main" id="{C739672A-E0AC-D67A-16EC-9AAE3D2B3437}"/>
              </a:ext>
            </a:extLst>
          </p:cNvPr>
          <p:cNvSpPr/>
          <p:nvPr/>
        </p:nvSpPr>
        <p:spPr>
          <a:xfrm>
            <a:off x="5196189" y="2297656"/>
            <a:ext cx="960740" cy="1116619"/>
          </a:xfrm>
          <a:custGeom>
            <a:avLst/>
            <a:gdLst>
              <a:gd name="connsiteX0" fmla="*/ 539896 w 960740"/>
              <a:gd name="connsiteY0" fmla="*/ -953 h 1116619"/>
              <a:gd name="connsiteX1" fmla="*/ 941375 w 960740"/>
              <a:gd name="connsiteY1" fmla="*/ 146018 h 1116619"/>
              <a:gd name="connsiteX2" fmla="*/ 950042 w 960740"/>
              <a:gd name="connsiteY2" fmla="*/ 208311 h 1116619"/>
              <a:gd name="connsiteX3" fmla="*/ 883939 w 960740"/>
              <a:gd name="connsiteY3" fmla="*/ 207454 h 1116619"/>
              <a:gd name="connsiteX4" fmla="*/ 656673 w 960740"/>
              <a:gd name="connsiteY4" fmla="*/ 92106 h 1116619"/>
              <a:gd name="connsiteX5" fmla="*/ 89459 w 960740"/>
              <a:gd name="connsiteY5" fmla="*/ 485488 h 1116619"/>
              <a:gd name="connsiteX6" fmla="*/ 395688 w 960740"/>
              <a:gd name="connsiteY6" fmla="*/ 1008601 h 1116619"/>
              <a:gd name="connsiteX7" fmla="*/ 485128 w 960740"/>
              <a:gd name="connsiteY7" fmla="*/ 1031937 h 1116619"/>
              <a:gd name="connsiteX8" fmla="*/ 526752 w 960740"/>
              <a:gd name="connsiteY8" fmla="*/ 1083372 h 1116619"/>
              <a:gd name="connsiteX9" fmla="*/ 467792 w 960740"/>
              <a:gd name="connsiteY9" fmla="*/ 1113758 h 1116619"/>
              <a:gd name="connsiteX10" fmla="*/ 12211 w 960740"/>
              <a:gd name="connsiteY10" fmla="*/ 670845 h 1116619"/>
              <a:gd name="connsiteX11" fmla="*/ 138703 w 960740"/>
              <a:gd name="connsiteY11" fmla="*/ 192594 h 1116619"/>
              <a:gd name="connsiteX12" fmla="*/ 539896 w 960740"/>
              <a:gd name="connsiteY12" fmla="*/ -953 h 111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0740" h="1116619">
                <a:moveTo>
                  <a:pt x="539896" y="-953"/>
                </a:moveTo>
                <a:cubicBezTo>
                  <a:pt x="694582" y="-3811"/>
                  <a:pt x="827837" y="44577"/>
                  <a:pt x="941375" y="146018"/>
                </a:cubicBezTo>
                <a:cubicBezTo>
                  <a:pt x="961568" y="164019"/>
                  <a:pt x="964711" y="191071"/>
                  <a:pt x="950042" y="208311"/>
                </a:cubicBezTo>
                <a:cubicBezTo>
                  <a:pt x="932421" y="229076"/>
                  <a:pt x="908609" y="229362"/>
                  <a:pt x="883939" y="207454"/>
                </a:cubicBezTo>
                <a:cubicBezTo>
                  <a:pt x="819550" y="149827"/>
                  <a:pt x="741160" y="110109"/>
                  <a:pt x="656673" y="92106"/>
                </a:cubicBezTo>
                <a:cubicBezTo>
                  <a:pt x="395592" y="34956"/>
                  <a:pt x="128035" y="222218"/>
                  <a:pt x="89459" y="485488"/>
                </a:cubicBezTo>
                <a:cubicBezTo>
                  <a:pt x="55264" y="710279"/>
                  <a:pt x="182900" y="928401"/>
                  <a:pt x="395688" y="1008601"/>
                </a:cubicBezTo>
                <a:cubicBezTo>
                  <a:pt x="424739" y="1018983"/>
                  <a:pt x="454742" y="1026795"/>
                  <a:pt x="485128" y="1031937"/>
                </a:cubicBezTo>
                <a:cubicBezTo>
                  <a:pt x="516465" y="1037938"/>
                  <a:pt x="532085" y="1057846"/>
                  <a:pt x="526752" y="1083372"/>
                </a:cubicBezTo>
                <a:cubicBezTo>
                  <a:pt x="521417" y="1108900"/>
                  <a:pt x="499034" y="1120234"/>
                  <a:pt x="467792" y="1113758"/>
                </a:cubicBezTo>
                <a:cubicBezTo>
                  <a:pt x="221952" y="1062799"/>
                  <a:pt x="66409" y="914399"/>
                  <a:pt x="12211" y="670845"/>
                </a:cubicBezTo>
                <a:cubicBezTo>
                  <a:pt x="-27222" y="493585"/>
                  <a:pt x="18784" y="331088"/>
                  <a:pt x="138703" y="192594"/>
                </a:cubicBezTo>
                <a:cubicBezTo>
                  <a:pt x="244907" y="69912"/>
                  <a:pt x="381210" y="8000"/>
                  <a:pt x="539896" y="-953"/>
                </a:cubicBezTo>
                <a:close/>
              </a:path>
            </a:pathLst>
          </a:custGeom>
          <a:solidFill>
            <a:schemeClr val="accent1"/>
          </a:solidFill>
          <a:ln w="9525" cap="flat">
            <a:noFill/>
            <a:prstDash val="solid"/>
            <a:miter/>
          </a:ln>
        </p:spPr>
        <p:txBody>
          <a:bodyPr rtlCol="0" anchor="ctr"/>
          <a:lstStyle/>
          <a:p>
            <a:endParaRPr lang="en-US" noProof="0"/>
          </a:p>
        </p:txBody>
      </p:sp>
      <p:sp>
        <p:nvSpPr>
          <p:cNvPr id="6" name="Freeform 5">
            <a:extLst>
              <a:ext uri="{FF2B5EF4-FFF2-40B4-BE49-F238E27FC236}">
                <a16:creationId xmlns:a16="http://schemas.microsoft.com/office/drawing/2014/main" id="{974984E6-23A8-3C65-597F-8DBEBBCD4EC8}"/>
              </a:ext>
            </a:extLst>
          </p:cNvPr>
          <p:cNvSpPr/>
          <p:nvPr/>
        </p:nvSpPr>
        <p:spPr>
          <a:xfrm>
            <a:off x="5567553" y="2475673"/>
            <a:ext cx="233267" cy="425320"/>
          </a:xfrm>
          <a:custGeom>
            <a:avLst/>
            <a:gdLst>
              <a:gd name="connsiteX0" fmla="*/ 231684 w 233267"/>
              <a:gd name="connsiteY0" fmla="*/ 211841 h 425320"/>
              <a:gd name="connsiteX1" fmla="*/ 231684 w 233267"/>
              <a:gd name="connsiteY1" fmla="*/ 372241 h 425320"/>
              <a:gd name="connsiteX2" fmla="*/ 179772 w 233267"/>
              <a:gd name="connsiteY2" fmla="*/ 423963 h 425320"/>
              <a:gd name="connsiteX3" fmla="*/ 49470 w 233267"/>
              <a:gd name="connsiteY3" fmla="*/ 423963 h 425320"/>
              <a:gd name="connsiteX4" fmla="*/ -1584 w 233267"/>
              <a:gd name="connsiteY4" fmla="*/ 382528 h 425320"/>
              <a:gd name="connsiteX5" fmla="*/ 49280 w 233267"/>
              <a:gd name="connsiteY5" fmla="*/ 340904 h 425320"/>
              <a:gd name="connsiteX6" fmla="*/ 117002 w 233267"/>
              <a:gd name="connsiteY6" fmla="*/ 340904 h 425320"/>
              <a:gd name="connsiteX7" fmla="*/ 149197 w 233267"/>
              <a:gd name="connsiteY7" fmla="*/ 310138 h 425320"/>
              <a:gd name="connsiteX8" fmla="*/ 148531 w 233267"/>
              <a:gd name="connsiteY8" fmla="*/ 54488 h 425320"/>
              <a:gd name="connsiteX9" fmla="*/ 152626 w 233267"/>
              <a:gd name="connsiteY9" fmla="*/ 22579 h 425320"/>
              <a:gd name="connsiteX10" fmla="*/ 198346 w 233267"/>
              <a:gd name="connsiteY10" fmla="*/ 100 h 425320"/>
              <a:gd name="connsiteX11" fmla="*/ 231398 w 233267"/>
              <a:gd name="connsiteY11" fmla="*/ 41248 h 425320"/>
              <a:gd name="connsiteX12" fmla="*/ 231398 w 233267"/>
              <a:gd name="connsiteY12" fmla="*/ 211650 h 42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267" h="425320">
                <a:moveTo>
                  <a:pt x="231684" y="211841"/>
                </a:moveTo>
                <a:cubicBezTo>
                  <a:pt x="231684" y="265276"/>
                  <a:pt x="231684" y="318806"/>
                  <a:pt x="231684" y="372241"/>
                </a:cubicBezTo>
                <a:cubicBezTo>
                  <a:pt x="231684" y="409294"/>
                  <a:pt x="216919" y="423581"/>
                  <a:pt x="179772" y="423963"/>
                </a:cubicBezTo>
                <a:cubicBezTo>
                  <a:pt x="136338" y="424343"/>
                  <a:pt x="92904" y="424343"/>
                  <a:pt x="49470" y="423963"/>
                </a:cubicBezTo>
                <a:cubicBezTo>
                  <a:pt x="15751" y="423963"/>
                  <a:pt x="-1488" y="409294"/>
                  <a:pt x="-1584" y="382528"/>
                </a:cubicBezTo>
                <a:cubicBezTo>
                  <a:pt x="-1679" y="355763"/>
                  <a:pt x="14895" y="341476"/>
                  <a:pt x="49280" y="340904"/>
                </a:cubicBezTo>
                <a:cubicBezTo>
                  <a:pt x="71854" y="339666"/>
                  <a:pt x="94428" y="339666"/>
                  <a:pt x="117002" y="340904"/>
                </a:cubicBezTo>
                <a:cubicBezTo>
                  <a:pt x="141291" y="343096"/>
                  <a:pt x="149769" y="336809"/>
                  <a:pt x="149197" y="310138"/>
                </a:cubicBezTo>
                <a:cubicBezTo>
                  <a:pt x="147197" y="224985"/>
                  <a:pt x="148435" y="139736"/>
                  <a:pt x="148531" y="54488"/>
                </a:cubicBezTo>
                <a:cubicBezTo>
                  <a:pt x="147102" y="43724"/>
                  <a:pt x="148531" y="32675"/>
                  <a:pt x="152626" y="22579"/>
                </a:cubicBezTo>
                <a:cubicBezTo>
                  <a:pt x="162627" y="5052"/>
                  <a:pt x="177486" y="-4567"/>
                  <a:pt x="198346" y="100"/>
                </a:cubicBezTo>
                <a:cubicBezTo>
                  <a:pt x="218348" y="3148"/>
                  <a:pt x="232731" y="21055"/>
                  <a:pt x="231398" y="41248"/>
                </a:cubicBezTo>
                <a:cubicBezTo>
                  <a:pt x="231874" y="98398"/>
                  <a:pt x="231398" y="154881"/>
                  <a:pt x="231398" y="211650"/>
                </a:cubicBezTo>
                <a:close/>
              </a:path>
            </a:pathLst>
          </a:custGeom>
          <a:solidFill>
            <a:schemeClr val="accent1"/>
          </a:solidFill>
          <a:ln w="9525" cap="flat">
            <a:noFill/>
            <a:prstDash val="solid"/>
            <a:miter/>
          </a:ln>
        </p:spPr>
        <p:txBody>
          <a:bodyPr rtlCol="0" anchor="ctr"/>
          <a:lstStyle/>
          <a:p>
            <a:endParaRPr lang="en-US" noProof="0"/>
          </a:p>
        </p:txBody>
      </p:sp>
      <p:sp>
        <p:nvSpPr>
          <p:cNvPr id="7" name="Freeform 6">
            <a:extLst>
              <a:ext uri="{FF2B5EF4-FFF2-40B4-BE49-F238E27FC236}">
                <a16:creationId xmlns:a16="http://schemas.microsoft.com/office/drawing/2014/main" id="{6A706E7D-1BF6-BF09-FBEA-6B1E6C8497E8}"/>
              </a:ext>
            </a:extLst>
          </p:cNvPr>
          <p:cNvSpPr/>
          <p:nvPr/>
        </p:nvSpPr>
        <p:spPr>
          <a:xfrm>
            <a:off x="6121503" y="2680109"/>
            <a:ext cx="84760" cy="183546"/>
          </a:xfrm>
          <a:custGeom>
            <a:avLst/>
            <a:gdLst>
              <a:gd name="connsiteX0" fmla="*/ 82832 w 84760"/>
              <a:gd name="connsiteY0" fmla="*/ 92558 h 183546"/>
              <a:gd name="connsiteX1" fmla="*/ 82832 w 84760"/>
              <a:gd name="connsiteY1" fmla="*/ 137515 h 183546"/>
              <a:gd name="connsiteX2" fmla="*/ 41397 w 84760"/>
              <a:gd name="connsiteY2" fmla="*/ 182474 h 183546"/>
              <a:gd name="connsiteX3" fmla="*/ -227 w 84760"/>
              <a:gd name="connsiteY3" fmla="*/ 140850 h 183546"/>
              <a:gd name="connsiteX4" fmla="*/ -227 w 84760"/>
              <a:gd name="connsiteY4" fmla="*/ 41122 h 183546"/>
              <a:gd name="connsiteX5" fmla="*/ 40636 w 84760"/>
              <a:gd name="connsiteY5" fmla="*/ -1073 h 183546"/>
              <a:gd name="connsiteX6" fmla="*/ 43017 w 84760"/>
              <a:gd name="connsiteY6" fmla="*/ -1073 h 183546"/>
              <a:gd name="connsiteX7" fmla="*/ 82926 w 84760"/>
              <a:gd name="connsiteY7" fmla="*/ 45123 h 183546"/>
              <a:gd name="connsiteX8" fmla="*/ 82832 w 84760"/>
              <a:gd name="connsiteY8" fmla="*/ 92558 h 18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760" h="183546">
                <a:moveTo>
                  <a:pt x="82832" y="92558"/>
                </a:moveTo>
                <a:cubicBezTo>
                  <a:pt x="82832" y="107512"/>
                  <a:pt x="83593" y="122562"/>
                  <a:pt x="82832" y="137515"/>
                </a:cubicBezTo>
                <a:cubicBezTo>
                  <a:pt x="81212" y="163615"/>
                  <a:pt x="63782" y="182093"/>
                  <a:pt x="41397" y="182474"/>
                </a:cubicBezTo>
                <a:cubicBezTo>
                  <a:pt x="18443" y="182379"/>
                  <a:pt x="-132" y="163804"/>
                  <a:pt x="-227" y="140850"/>
                </a:cubicBezTo>
                <a:cubicBezTo>
                  <a:pt x="-2036" y="107608"/>
                  <a:pt x="-2036" y="74366"/>
                  <a:pt x="-227" y="41122"/>
                </a:cubicBezTo>
                <a:cubicBezTo>
                  <a:pt x="-607" y="18168"/>
                  <a:pt x="17680" y="-691"/>
                  <a:pt x="40636" y="-1073"/>
                </a:cubicBezTo>
                <a:cubicBezTo>
                  <a:pt x="41397" y="-1073"/>
                  <a:pt x="42255" y="-1073"/>
                  <a:pt x="43017" y="-1073"/>
                </a:cubicBezTo>
                <a:cubicBezTo>
                  <a:pt x="65972" y="452"/>
                  <a:pt x="81689" y="17977"/>
                  <a:pt x="82926" y="45123"/>
                </a:cubicBezTo>
                <a:cubicBezTo>
                  <a:pt x="83498" y="60935"/>
                  <a:pt x="82926" y="76747"/>
                  <a:pt x="82832" y="92558"/>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
        <p:nvSpPr>
          <p:cNvPr id="8" name="Freeform 7">
            <a:extLst>
              <a:ext uri="{FF2B5EF4-FFF2-40B4-BE49-F238E27FC236}">
                <a16:creationId xmlns:a16="http://schemas.microsoft.com/office/drawing/2014/main" id="{52F88CB5-53DA-ECED-F461-11B4A5BD739F}"/>
              </a:ext>
            </a:extLst>
          </p:cNvPr>
          <p:cNvSpPr/>
          <p:nvPr/>
        </p:nvSpPr>
        <p:spPr>
          <a:xfrm>
            <a:off x="6300037" y="2763358"/>
            <a:ext cx="83183" cy="182648"/>
          </a:xfrm>
          <a:custGeom>
            <a:avLst/>
            <a:gdLst>
              <a:gd name="connsiteX0" fmla="*/ 81176 w 83183"/>
              <a:gd name="connsiteY0" fmla="*/ 91034 h 182648"/>
              <a:gd name="connsiteX1" fmla="*/ 81176 w 83183"/>
              <a:gd name="connsiteY1" fmla="*/ 141041 h 182648"/>
              <a:gd name="connsiteX2" fmla="*/ 41838 w 83183"/>
              <a:gd name="connsiteY2" fmla="*/ 181522 h 182648"/>
              <a:gd name="connsiteX3" fmla="*/ -452 w 83183"/>
              <a:gd name="connsiteY3" fmla="*/ 143231 h 182648"/>
              <a:gd name="connsiteX4" fmla="*/ -548 w 83183"/>
              <a:gd name="connsiteY4" fmla="*/ 141136 h 182648"/>
              <a:gd name="connsiteX5" fmla="*/ -548 w 83183"/>
              <a:gd name="connsiteY5" fmla="*/ 38552 h 182648"/>
              <a:gd name="connsiteX6" fmla="*/ 40314 w 83183"/>
              <a:gd name="connsiteY6" fmla="*/ -1073 h 182648"/>
              <a:gd name="connsiteX7" fmla="*/ 80890 w 83183"/>
              <a:gd name="connsiteY7" fmla="*/ 38456 h 182648"/>
              <a:gd name="connsiteX8" fmla="*/ 80890 w 83183"/>
              <a:gd name="connsiteY8" fmla="*/ 91034 h 18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183" h="182648">
                <a:moveTo>
                  <a:pt x="81176" y="91034"/>
                </a:moveTo>
                <a:cubicBezTo>
                  <a:pt x="81176" y="107703"/>
                  <a:pt x="82129" y="124467"/>
                  <a:pt x="81176" y="141041"/>
                </a:cubicBezTo>
                <a:cubicBezTo>
                  <a:pt x="79461" y="165996"/>
                  <a:pt x="64126" y="180855"/>
                  <a:pt x="41838" y="181522"/>
                </a:cubicBezTo>
                <a:cubicBezTo>
                  <a:pt x="19550" y="182665"/>
                  <a:pt x="595" y="165424"/>
                  <a:pt x="-452" y="143231"/>
                </a:cubicBezTo>
                <a:cubicBezTo>
                  <a:pt x="-548" y="142469"/>
                  <a:pt x="-548" y="141802"/>
                  <a:pt x="-548" y="141136"/>
                </a:cubicBezTo>
                <a:cubicBezTo>
                  <a:pt x="-1881" y="106940"/>
                  <a:pt x="-1977" y="72651"/>
                  <a:pt x="-548" y="38552"/>
                </a:cubicBezTo>
                <a:cubicBezTo>
                  <a:pt x="309" y="16548"/>
                  <a:pt x="18312" y="-882"/>
                  <a:pt x="40314" y="-1073"/>
                </a:cubicBezTo>
                <a:cubicBezTo>
                  <a:pt x="62317" y="-1073"/>
                  <a:pt x="80320" y="16453"/>
                  <a:pt x="80890" y="38456"/>
                </a:cubicBezTo>
                <a:cubicBezTo>
                  <a:pt x="82319" y="55887"/>
                  <a:pt x="80890" y="73508"/>
                  <a:pt x="80890" y="91034"/>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
        <p:nvSpPr>
          <p:cNvPr id="10" name="Freeform 9">
            <a:extLst>
              <a:ext uri="{FF2B5EF4-FFF2-40B4-BE49-F238E27FC236}">
                <a16:creationId xmlns:a16="http://schemas.microsoft.com/office/drawing/2014/main" id="{E60B8EC0-692C-206D-E815-B75EB9763392}"/>
              </a:ext>
            </a:extLst>
          </p:cNvPr>
          <p:cNvSpPr/>
          <p:nvPr/>
        </p:nvSpPr>
        <p:spPr>
          <a:xfrm>
            <a:off x="5943875" y="2763167"/>
            <a:ext cx="83520" cy="182413"/>
          </a:xfrm>
          <a:custGeom>
            <a:avLst/>
            <a:gdLst>
              <a:gd name="connsiteX0" fmla="*/ -1288 w 83520"/>
              <a:gd name="connsiteY0" fmla="*/ 90653 h 182413"/>
              <a:gd name="connsiteX1" fmla="*/ -1288 w 83520"/>
              <a:gd name="connsiteY1" fmla="*/ 43028 h 182413"/>
              <a:gd name="connsiteX2" fmla="*/ 40622 w 83520"/>
              <a:gd name="connsiteY2" fmla="*/ -1073 h 182413"/>
              <a:gd name="connsiteX3" fmla="*/ 81008 w 83520"/>
              <a:gd name="connsiteY3" fmla="*/ 41314 h 182413"/>
              <a:gd name="connsiteX4" fmla="*/ 81008 w 83520"/>
              <a:gd name="connsiteY4" fmla="*/ 138945 h 182413"/>
              <a:gd name="connsiteX5" fmla="*/ 41004 w 83520"/>
              <a:gd name="connsiteY5" fmla="*/ 181331 h 182413"/>
              <a:gd name="connsiteX6" fmla="*/ -1288 w 83520"/>
              <a:gd name="connsiteY6" fmla="*/ 138183 h 182413"/>
              <a:gd name="connsiteX7" fmla="*/ -1288 w 83520"/>
              <a:gd name="connsiteY7" fmla="*/ 90653 h 18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520" h="182413">
                <a:moveTo>
                  <a:pt x="-1288" y="90653"/>
                </a:moveTo>
                <a:cubicBezTo>
                  <a:pt x="-1288" y="74841"/>
                  <a:pt x="-1954" y="58935"/>
                  <a:pt x="-1288" y="43028"/>
                </a:cubicBezTo>
                <a:cubicBezTo>
                  <a:pt x="46" y="16834"/>
                  <a:pt x="17762" y="-1073"/>
                  <a:pt x="40622" y="-1073"/>
                </a:cubicBezTo>
                <a:cubicBezTo>
                  <a:pt x="63483" y="-1073"/>
                  <a:pt x="79961" y="15120"/>
                  <a:pt x="81008" y="41314"/>
                </a:cubicBezTo>
                <a:cubicBezTo>
                  <a:pt x="82247" y="73794"/>
                  <a:pt x="82247" y="106465"/>
                  <a:pt x="81008" y="138945"/>
                </a:cubicBezTo>
                <a:cubicBezTo>
                  <a:pt x="80056" y="165519"/>
                  <a:pt x="64244" y="180855"/>
                  <a:pt x="41004" y="181331"/>
                </a:cubicBezTo>
                <a:cubicBezTo>
                  <a:pt x="17762" y="181808"/>
                  <a:pt x="141" y="164758"/>
                  <a:pt x="-1288" y="138183"/>
                </a:cubicBezTo>
                <a:cubicBezTo>
                  <a:pt x="-1954" y="122466"/>
                  <a:pt x="-1288" y="106560"/>
                  <a:pt x="-1288" y="90653"/>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Tree>
    <p:extLst>
      <p:ext uri="{BB962C8B-B14F-4D97-AF65-F5344CB8AC3E}">
        <p14:creationId xmlns:p14="http://schemas.microsoft.com/office/powerpoint/2010/main" val="261670065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Questions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E1F0B4-3A6E-4087-A0EF-BD9B155949A7}"/>
              </a:ext>
            </a:extLst>
          </p:cNvPr>
          <p:cNvSpPr/>
          <p:nvPr userDrawn="1"/>
        </p:nvSpPr>
        <p:spPr>
          <a:xfrm>
            <a:off x="4643878" y="4047095"/>
            <a:ext cx="2581156" cy="563231"/>
          </a:xfrm>
          <a:prstGeom prst="rect">
            <a:avLst/>
          </a:prstGeom>
        </p:spPr>
        <p:txBody>
          <a:bodyPr wrap="none">
            <a:spAutoFit/>
          </a:bodyPr>
          <a:lstStyle/>
          <a:p>
            <a:pPr marL="0" marR="0" lvl="0" indent="0" algn="ctr"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kumimoji="0" lang="en-US" sz="3400" b="0" i="0" u="none" strike="noStrike" kern="0" cap="none" spc="0" normalizeH="0" baseline="0" noProof="0">
                <a:ln>
                  <a:noFill/>
                </a:ln>
                <a:solidFill>
                  <a:schemeClr val="tx2"/>
                </a:solidFill>
                <a:effectLst/>
                <a:uLnTx/>
                <a:uFillTx/>
                <a:latin typeface="Arial Black"/>
                <a:ea typeface="+mn-ea"/>
                <a:cs typeface="+mn-cs"/>
                <a:sym typeface="Trebuchet MS"/>
              </a:rPr>
              <a:t>Questions</a:t>
            </a:r>
          </a:p>
        </p:txBody>
      </p:sp>
      <p:sp>
        <p:nvSpPr>
          <p:cNvPr id="5" name="Freeform 4">
            <a:extLst>
              <a:ext uri="{FF2B5EF4-FFF2-40B4-BE49-F238E27FC236}">
                <a16:creationId xmlns:a16="http://schemas.microsoft.com/office/drawing/2014/main" id="{27E11170-7B1F-3D1E-B130-6CCF4B380357}"/>
              </a:ext>
            </a:extLst>
          </p:cNvPr>
          <p:cNvSpPr/>
          <p:nvPr/>
        </p:nvSpPr>
        <p:spPr>
          <a:xfrm>
            <a:off x="6312163" y="2536971"/>
            <a:ext cx="115238" cy="127283"/>
          </a:xfrm>
          <a:custGeom>
            <a:avLst/>
            <a:gdLst>
              <a:gd name="connsiteX0" fmla="*/ 23251 w 115238"/>
              <a:gd name="connsiteY0" fmla="*/ 126222 h 127283"/>
              <a:gd name="connsiteX1" fmla="*/ -1809 w 115238"/>
              <a:gd name="connsiteY1" fmla="*/ 100860 h 127283"/>
              <a:gd name="connsiteX2" fmla="*/ 4079 w 115238"/>
              <a:gd name="connsiteY2" fmla="*/ 84782 h 127283"/>
              <a:gd name="connsiteX3" fmla="*/ 69068 w 115238"/>
              <a:gd name="connsiteY3" fmla="*/ 7867 h 127283"/>
              <a:gd name="connsiteX4" fmla="*/ 104469 w 115238"/>
              <a:gd name="connsiteY4" fmla="*/ 4848 h 127283"/>
              <a:gd name="connsiteX5" fmla="*/ 107488 w 115238"/>
              <a:gd name="connsiteY5" fmla="*/ 40324 h 127283"/>
              <a:gd name="connsiteX6" fmla="*/ 42574 w 115238"/>
              <a:gd name="connsiteY6" fmla="*/ 117314 h 127283"/>
              <a:gd name="connsiteX7" fmla="*/ 23251 w 115238"/>
              <a:gd name="connsiteY7" fmla="*/ 126222 h 12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38" h="127283">
                <a:moveTo>
                  <a:pt x="23251" y="126222"/>
                </a:moveTo>
                <a:cubicBezTo>
                  <a:pt x="9362" y="126146"/>
                  <a:pt x="-1884" y="114824"/>
                  <a:pt x="-1809" y="100860"/>
                </a:cubicBezTo>
                <a:cubicBezTo>
                  <a:pt x="-1809" y="94972"/>
                  <a:pt x="305" y="89311"/>
                  <a:pt x="4079" y="84782"/>
                </a:cubicBezTo>
                <a:lnTo>
                  <a:pt x="69068" y="7867"/>
                </a:lnTo>
                <a:cubicBezTo>
                  <a:pt x="78051" y="-2775"/>
                  <a:pt x="93902" y="-4059"/>
                  <a:pt x="104469" y="4848"/>
                </a:cubicBezTo>
                <a:cubicBezTo>
                  <a:pt x="115111" y="13830"/>
                  <a:pt x="116470" y="29681"/>
                  <a:pt x="107488" y="40324"/>
                </a:cubicBezTo>
                <a:lnTo>
                  <a:pt x="42574" y="117314"/>
                </a:lnTo>
                <a:cubicBezTo>
                  <a:pt x="37743" y="122975"/>
                  <a:pt x="30724" y="126222"/>
                  <a:pt x="23251" y="126222"/>
                </a:cubicBezTo>
                <a:close/>
              </a:path>
            </a:pathLst>
          </a:custGeom>
          <a:solidFill>
            <a:schemeClr val="accent2"/>
          </a:solidFill>
          <a:ln w="7520" cap="flat">
            <a:noFill/>
            <a:prstDash val="solid"/>
            <a:miter/>
          </a:ln>
        </p:spPr>
        <p:txBody>
          <a:bodyPr rtlCol="0" anchor="ctr"/>
          <a:lstStyle/>
          <a:p>
            <a:endParaRPr lang="en-US" noProof="0"/>
          </a:p>
        </p:txBody>
      </p:sp>
      <p:sp>
        <p:nvSpPr>
          <p:cNvPr id="6" name="Freeform 5">
            <a:extLst>
              <a:ext uri="{FF2B5EF4-FFF2-40B4-BE49-F238E27FC236}">
                <a16:creationId xmlns:a16="http://schemas.microsoft.com/office/drawing/2014/main" id="{B825208A-C006-FC45-C6D9-C8EE69935CCB}"/>
              </a:ext>
            </a:extLst>
          </p:cNvPr>
          <p:cNvSpPr/>
          <p:nvPr/>
        </p:nvSpPr>
        <p:spPr>
          <a:xfrm>
            <a:off x="6439122" y="2387011"/>
            <a:ext cx="114873" cy="126809"/>
          </a:xfrm>
          <a:custGeom>
            <a:avLst/>
            <a:gdLst>
              <a:gd name="connsiteX0" fmla="*/ 23326 w 114873"/>
              <a:gd name="connsiteY0" fmla="*/ 125747 h 126809"/>
              <a:gd name="connsiteX1" fmla="*/ -1809 w 114873"/>
              <a:gd name="connsiteY1" fmla="*/ 100461 h 126809"/>
              <a:gd name="connsiteX2" fmla="*/ 4078 w 114873"/>
              <a:gd name="connsiteY2" fmla="*/ 84308 h 126809"/>
              <a:gd name="connsiteX3" fmla="*/ 69068 w 114873"/>
              <a:gd name="connsiteY3" fmla="*/ 7318 h 126809"/>
              <a:gd name="connsiteX4" fmla="*/ 104695 w 114873"/>
              <a:gd name="connsiteY4" fmla="*/ 5355 h 126809"/>
              <a:gd name="connsiteX5" fmla="*/ 107563 w 114873"/>
              <a:gd name="connsiteY5" fmla="*/ 39850 h 126809"/>
              <a:gd name="connsiteX6" fmla="*/ 42574 w 114873"/>
              <a:gd name="connsiteY6" fmla="*/ 116765 h 126809"/>
              <a:gd name="connsiteX7" fmla="*/ 23326 w 114873"/>
              <a:gd name="connsiteY7" fmla="*/ 125747 h 12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873" h="126809">
                <a:moveTo>
                  <a:pt x="23326" y="125747"/>
                </a:moveTo>
                <a:cubicBezTo>
                  <a:pt x="9438" y="125747"/>
                  <a:pt x="-1884" y="114425"/>
                  <a:pt x="-1809" y="100461"/>
                </a:cubicBezTo>
                <a:cubicBezTo>
                  <a:pt x="-1809" y="94573"/>
                  <a:pt x="228" y="88838"/>
                  <a:pt x="4078" y="84308"/>
                </a:cubicBezTo>
                <a:lnTo>
                  <a:pt x="69068" y="7318"/>
                </a:lnTo>
                <a:cubicBezTo>
                  <a:pt x="78352" y="-3023"/>
                  <a:pt x="94278" y="-3929"/>
                  <a:pt x="104695" y="5355"/>
                </a:cubicBezTo>
                <a:cubicBezTo>
                  <a:pt x="114658" y="14262"/>
                  <a:pt x="115866" y="29433"/>
                  <a:pt x="107563" y="39850"/>
                </a:cubicBezTo>
                <a:lnTo>
                  <a:pt x="42574" y="116765"/>
                </a:lnTo>
                <a:cubicBezTo>
                  <a:pt x="37819" y="122426"/>
                  <a:pt x="30723" y="125747"/>
                  <a:pt x="23326" y="125747"/>
                </a:cubicBezTo>
                <a:close/>
              </a:path>
            </a:pathLst>
          </a:custGeom>
          <a:solidFill>
            <a:schemeClr val="accent2"/>
          </a:solidFill>
          <a:ln w="7520" cap="flat">
            <a:noFill/>
            <a:prstDash val="solid"/>
            <a:miter/>
          </a:ln>
        </p:spPr>
        <p:txBody>
          <a:bodyPr rtlCol="0" anchor="ctr"/>
          <a:lstStyle/>
          <a:p>
            <a:endParaRPr lang="en-US" noProof="0"/>
          </a:p>
        </p:txBody>
      </p:sp>
      <p:sp>
        <p:nvSpPr>
          <p:cNvPr id="7" name="Freeform 6">
            <a:extLst>
              <a:ext uri="{FF2B5EF4-FFF2-40B4-BE49-F238E27FC236}">
                <a16:creationId xmlns:a16="http://schemas.microsoft.com/office/drawing/2014/main" id="{9DBCA35B-592E-E338-E94C-9809ADD4388C}"/>
              </a:ext>
            </a:extLst>
          </p:cNvPr>
          <p:cNvSpPr/>
          <p:nvPr/>
        </p:nvSpPr>
        <p:spPr>
          <a:xfrm>
            <a:off x="6413836" y="2645351"/>
            <a:ext cx="138822" cy="100876"/>
          </a:xfrm>
          <a:custGeom>
            <a:avLst/>
            <a:gdLst>
              <a:gd name="connsiteX0" fmla="*/ 23402 w 138822"/>
              <a:gd name="connsiteY0" fmla="*/ 99814 h 100876"/>
              <a:gd name="connsiteX1" fmla="*/ -1809 w 138822"/>
              <a:gd name="connsiteY1" fmla="*/ 74604 h 100876"/>
              <a:gd name="connsiteX2" fmla="*/ 10872 w 138822"/>
              <a:gd name="connsiteY2" fmla="*/ 52714 h 100876"/>
              <a:gd name="connsiteX3" fmla="*/ 98354 w 138822"/>
              <a:gd name="connsiteY3" fmla="*/ 2821 h 100876"/>
              <a:gd name="connsiteX4" fmla="*/ 133151 w 138822"/>
              <a:gd name="connsiteY4" fmla="*/ 10671 h 100876"/>
              <a:gd name="connsiteX5" fmla="*/ 125226 w 138822"/>
              <a:gd name="connsiteY5" fmla="*/ 45468 h 100876"/>
              <a:gd name="connsiteX6" fmla="*/ 123263 w 138822"/>
              <a:gd name="connsiteY6" fmla="*/ 46600 h 100876"/>
              <a:gd name="connsiteX7" fmla="*/ 35781 w 138822"/>
              <a:gd name="connsiteY7" fmla="*/ 96493 h 100876"/>
              <a:gd name="connsiteX8" fmla="*/ 23402 w 138822"/>
              <a:gd name="connsiteY8" fmla="*/ 99814 h 10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22" h="100876">
                <a:moveTo>
                  <a:pt x="23402" y="99814"/>
                </a:moveTo>
                <a:cubicBezTo>
                  <a:pt x="9513" y="99814"/>
                  <a:pt x="-1809" y="88568"/>
                  <a:pt x="-1809" y="74604"/>
                </a:cubicBezTo>
                <a:cubicBezTo>
                  <a:pt x="-1809" y="65545"/>
                  <a:pt x="3022" y="57243"/>
                  <a:pt x="10872" y="52714"/>
                </a:cubicBezTo>
                <a:lnTo>
                  <a:pt x="98354" y="2821"/>
                </a:lnTo>
                <a:cubicBezTo>
                  <a:pt x="110130" y="-4576"/>
                  <a:pt x="125678" y="-1104"/>
                  <a:pt x="133151" y="10671"/>
                </a:cubicBezTo>
                <a:cubicBezTo>
                  <a:pt x="140549" y="22446"/>
                  <a:pt x="137001" y="38071"/>
                  <a:pt x="125226" y="45468"/>
                </a:cubicBezTo>
                <a:cubicBezTo>
                  <a:pt x="124622" y="45845"/>
                  <a:pt x="123943" y="46223"/>
                  <a:pt x="123263" y="46600"/>
                </a:cubicBezTo>
                <a:lnTo>
                  <a:pt x="35781" y="96493"/>
                </a:lnTo>
                <a:cubicBezTo>
                  <a:pt x="32007" y="98606"/>
                  <a:pt x="27780" y="99739"/>
                  <a:pt x="23402" y="99814"/>
                </a:cubicBezTo>
                <a:close/>
              </a:path>
            </a:pathLst>
          </a:custGeom>
          <a:solidFill>
            <a:schemeClr val="accent2"/>
          </a:solidFill>
          <a:ln w="7520" cap="flat">
            <a:noFill/>
            <a:prstDash val="solid"/>
            <a:miter/>
          </a:ln>
        </p:spPr>
        <p:txBody>
          <a:bodyPr rtlCol="0" anchor="ctr"/>
          <a:lstStyle/>
          <a:p>
            <a:endParaRPr lang="en-US" noProof="0"/>
          </a:p>
        </p:txBody>
      </p:sp>
      <p:sp>
        <p:nvSpPr>
          <p:cNvPr id="8" name="Freeform 7">
            <a:extLst>
              <a:ext uri="{FF2B5EF4-FFF2-40B4-BE49-F238E27FC236}">
                <a16:creationId xmlns:a16="http://schemas.microsoft.com/office/drawing/2014/main" id="{626520DA-589C-F39F-05E2-3E25B40B3EFA}"/>
              </a:ext>
            </a:extLst>
          </p:cNvPr>
          <p:cNvSpPr/>
          <p:nvPr/>
        </p:nvSpPr>
        <p:spPr>
          <a:xfrm>
            <a:off x="6584876" y="2548672"/>
            <a:ext cx="137410" cy="99959"/>
          </a:xfrm>
          <a:custGeom>
            <a:avLst/>
            <a:gdLst>
              <a:gd name="connsiteX0" fmla="*/ 23478 w 137410"/>
              <a:gd name="connsiteY0" fmla="*/ 98897 h 99959"/>
              <a:gd name="connsiteX1" fmla="*/ -1808 w 137410"/>
              <a:gd name="connsiteY1" fmla="*/ 73912 h 99959"/>
              <a:gd name="connsiteX2" fmla="*/ 10948 w 137410"/>
              <a:gd name="connsiteY2" fmla="*/ 51871 h 99959"/>
              <a:gd name="connsiteX3" fmla="*/ 98431 w 137410"/>
              <a:gd name="connsiteY3" fmla="*/ 1979 h 99959"/>
              <a:gd name="connsiteX4" fmla="*/ 132548 w 137410"/>
              <a:gd name="connsiteY4" fmla="*/ 12244 h 99959"/>
              <a:gd name="connsiteX5" fmla="*/ 123415 w 137410"/>
              <a:gd name="connsiteY5" fmla="*/ 45758 h 99959"/>
              <a:gd name="connsiteX6" fmla="*/ 35932 w 137410"/>
              <a:gd name="connsiteY6" fmla="*/ 95651 h 99959"/>
              <a:gd name="connsiteX7" fmla="*/ 23478 w 137410"/>
              <a:gd name="connsiteY7" fmla="*/ 98897 h 9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410" h="99959">
                <a:moveTo>
                  <a:pt x="23478" y="98897"/>
                </a:moveTo>
                <a:cubicBezTo>
                  <a:pt x="9589" y="98972"/>
                  <a:pt x="-1733" y="87801"/>
                  <a:pt x="-1808" y="73912"/>
                </a:cubicBezTo>
                <a:cubicBezTo>
                  <a:pt x="-1884" y="64779"/>
                  <a:pt x="3022" y="56325"/>
                  <a:pt x="10948" y="51871"/>
                </a:cubicBezTo>
                <a:lnTo>
                  <a:pt x="98431" y="1979"/>
                </a:lnTo>
                <a:cubicBezTo>
                  <a:pt x="110659" y="-4664"/>
                  <a:pt x="125982" y="-60"/>
                  <a:pt x="132548" y="12244"/>
                </a:cubicBezTo>
                <a:cubicBezTo>
                  <a:pt x="138964" y="24019"/>
                  <a:pt x="134963" y="38813"/>
                  <a:pt x="123415" y="45758"/>
                </a:cubicBezTo>
                <a:lnTo>
                  <a:pt x="35932" y="95651"/>
                </a:lnTo>
                <a:cubicBezTo>
                  <a:pt x="32158" y="97765"/>
                  <a:pt x="27856" y="98897"/>
                  <a:pt x="23478" y="98897"/>
                </a:cubicBezTo>
                <a:close/>
              </a:path>
            </a:pathLst>
          </a:custGeom>
          <a:solidFill>
            <a:schemeClr val="accent2"/>
          </a:solidFill>
          <a:ln w="7520" cap="flat">
            <a:noFill/>
            <a:prstDash val="solid"/>
            <a:miter/>
          </a:ln>
        </p:spPr>
        <p:txBody>
          <a:bodyPr rtlCol="0" anchor="ctr"/>
          <a:lstStyle/>
          <a:p>
            <a:endParaRPr lang="en-US" noProof="0"/>
          </a:p>
        </p:txBody>
      </p:sp>
      <p:sp>
        <p:nvSpPr>
          <p:cNvPr id="9" name="Freeform 8">
            <a:extLst>
              <a:ext uri="{FF2B5EF4-FFF2-40B4-BE49-F238E27FC236}">
                <a16:creationId xmlns:a16="http://schemas.microsoft.com/office/drawing/2014/main" id="{72D0E8A0-4184-364F-D00B-0AD7E20096E3}"/>
              </a:ext>
            </a:extLst>
          </p:cNvPr>
          <p:cNvSpPr/>
          <p:nvPr/>
        </p:nvSpPr>
        <p:spPr>
          <a:xfrm>
            <a:off x="6214264" y="2433540"/>
            <a:ext cx="84564" cy="144138"/>
          </a:xfrm>
          <a:custGeom>
            <a:avLst/>
            <a:gdLst>
              <a:gd name="connsiteX0" fmla="*/ 23401 w 84564"/>
              <a:gd name="connsiteY0" fmla="*/ 143076 h 144138"/>
              <a:gd name="connsiteX1" fmla="*/ -1809 w 84564"/>
              <a:gd name="connsiteY1" fmla="*/ 117714 h 144138"/>
              <a:gd name="connsiteX2" fmla="*/ -300 w 84564"/>
              <a:gd name="connsiteY2" fmla="*/ 109260 h 144138"/>
              <a:gd name="connsiteX3" fmla="*/ 34195 w 84564"/>
              <a:gd name="connsiteY3" fmla="*/ 14607 h 144138"/>
              <a:gd name="connsiteX4" fmla="*/ 67105 w 84564"/>
              <a:gd name="connsiteY4" fmla="*/ 794 h 144138"/>
              <a:gd name="connsiteX5" fmla="*/ 81522 w 84564"/>
              <a:gd name="connsiteY5" fmla="*/ 31892 h 144138"/>
              <a:gd name="connsiteX6" fmla="*/ 47027 w 84564"/>
              <a:gd name="connsiteY6" fmla="*/ 126469 h 144138"/>
              <a:gd name="connsiteX7" fmla="*/ 23401 w 84564"/>
              <a:gd name="connsiteY7" fmla="*/ 143076 h 14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564" h="144138">
                <a:moveTo>
                  <a:pt x="23401" y="143076"/>
                </a:moveTo>
                <a:cubicBezTo>
                  <a:pt x="9437" y="143000"/>
                  <a:pt x="-1809" y="131678"/>
                  <a:pt x="-1809" y="117714"/>
                </a:cubicBezTo>
                <a:cubicBezTo>
                  <a:pt x="-1734" y="114846"/>
                  <a:pt x="-1281" y="111978"/>
                  <a:pt x="-300" y="109260"/>
                </a:cubicBezTo>
                <a:lnTo>
                  <a:pt x="34195" y="14607"/>
                </a:lnTo>
                <a:cubicBezTo>
                  <a:pt x="39479" y="1700"/>
                  <a:pt x="54198" y="-4415"/>
                  <a:pt x="67105" y="794"/>
                </a:cubicBezTo>
                <a:cubicBezTo>
                  <a:pt x="79257" y="5851"/>
                  <a:pt x="85598" y="19362"/>
                  <a:pt x="81522" y="31892"/>
                </a:cubicBezTo>
                <a:lnTo>
                  <a:pt x="47027" y="126469"/>
                </a:lnTo>
                <a:cubicBezTo>
                  <a:pt x="43404" y="136434"/>
                  <a:pt x="33969" y="143076"/>
                  <a:pt x="23401" y="143076"/>
                </a:cubicBezTo>
                <a:close/>
              </a:path>
            </a:pathLst>
          </a:custGeom>
          <a:solidFill>
            <a:schemeClr val="accent2"/>
          </a:solidFill>
          <a:ln w="7520" cap="flat">
            <a:noFill/>
            <a:prstDash val="solid"/>
            <a:miter/>
          </a:ln>
        </p:spPr>
        <p:txBody>
          <a:bodyPr rtlCol="0" anchor="ctr"/>
          <a:lstStyle/>
          <a:p>
            <a:endParaRPr lang="en-US" noProof="0"/>
          </a:p>
        </p:txBody>
      </p:sp>
      <p:sp>
        <p:nvSpPr>
          <p:cNvPr id="10" name="Freeform 9">
            <a:extLst>
              <a:ext uri="{FF2B5EF4-FFF2-40B4-BE49-F238E27FC236}">
                <a16:creationId xmlns:a16="http://schemas.microsoft.com/office/drawing/2014/main" id="{3C2E31CC-F122-92AB-D688-5AE7DB07970A}"/>
              </a:ext>
            </a:extLst>
          </p:cNvPr>
          <p:cNvSpPr/>
          <p:nvPr/>
        </p:nvSpPr>
        <p:spPr>
          <a:xfrm>
            <a:off x="6281744" y="2247693"/>
            <a:ext cx="84859" cy="144981"/>
          </a:xfrm>
          <a:custGeom>
            <a:avLst/>
            <a:gdLst>
              <a:gd name="connsiteX0" fmla="*/ 23402 w 84859"/>
              <a:gd name="connsiteY0" fmla="*/ 143919 h 144981"/>
              <a:gd name="connsiteX1" fmla="*/ -1809 w 84859"/>
              <a:gd name="connsiteY1" fmla="*/ 118557 h 144981"/>
              <a:gd name="connsiteX2" fmla="*/ -299 w 84859"/>
              <a:gd name="connsiteY2" fmla="*/ 110104 h 144981"/>
              <a:gd name="connsiteX3" fmla="*/ 34271 w 84859"/>
              <a:gd name="connsiteY3" fmla="*/ 15450 h 144981"/>
              <a:gd name="connsiteX4" fmla="*/ 66577 w 84859"/>
              <a:gd name="connsiteY4" fmla="*/ 505 h 144981"/>
              <a:gd name="connsiteX5" fmla="*/ 81522 w 84859"/>
              <a:gd name="connsiteY5" fmla="*/ 32735 h 144981"/>
              <a:gd name="connsiteX6" fmla="*/ 47028 w 84859"/>
              <a:gd name="connsiteY6" fmla="*/ 127313 h 144981"/>
              <a:gd name="connsiteX7" fmla="*/ 23402 w 84859"/>
              <a:gd name="connsiteY7" fmla="*/ 143919 h 14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59" h="144981">
                <a:moveTo>
                  <a:pt x="23402" y="143919"/>
                </a:moveTo>
                <a:cubicBezTo>
                  <a:pt x="9438" y="143843"/>
                  <a:pt x="-1809" y="132521"/>
                  <a:pt x="-1809" y="118557"/>
                </a:cubicBezTo>
                <a:cubicBezTo>
                  <a:pt x="-1734" y="115689"/>
                  <a:pt x="-1280" y="112821"/>
                  <a:pt x="-299" y="110104"/>
                </a:cubicBezTo>
                <a:lnTo>
                  <a:pt x="34271" y="15450"/>
                </a:lnTo>
                <a:cubicBezTo>
                  <a:pt x="39026" y="2392"/>
                  <a:pt x="53519" y="-4326"/>
                  <a:pt x="66577" y="505"/>
                </a:cubicBezTo>
                <a:cubicBezTo>
                  <a:pt x="79560" y="5260"/>
                  <a:pt x="86278" y="19676"/>
                  <a:pt x="81522" y="32735"/>
                </a:cubicBezTo>
                <a:lnTo>
                  <a:pt x="47028" y="127313"/>
                </a:lnTo>
                <a:cubicBezTo>
                  <a:pt x="43405" y="137277"/>
                  <a:pt x="33970" y="143919"/>
                  <a:pt x="23402" y="143919"/>
                </a:cubicBezTo>
                <a:close/>
              </a:path>
            </a:pathLst>
          </a:custGeom>
          <a:solidFill>
            <a:schemeClr val="accent2"/>
          </a:solidFill>
          <a:ln w="7520" cap="flat">
            <a:noFill/>
            <a:prstDash val="solid"/>
            <a:miter/>
          </a:ln>
        </p:spPr>
        <p:txBody>
          <a:bodyPr rtlCol="0" anchor="ctr"/>
          <a:lstStyle/>
          <a:p>
            <a:endParaRPr lang="en-US" noProof="0"/>
          </a:p>
        </p:txBody>
      </p:sp>
      <p:sp>
        <p:nvSpPr>
          <p:cNvPr id="11" name="Freeform 10">
            <a:extLst>
              <a:ext uri="{FF2B5EF4-FFF2-40B4-BE49-F238E27FC236}">
                <a16:creationId xmlns:a16="http://schemas.microsoft.com/office/drawing/2014/main" id="{65AB4510-3016-50AB-9383-CC21BFB65144}"/>
              </a:ext>
            </a:extLst>
          </p:cNvPr>
          <p:cNvSpPr/>
          <p:nvPr/>
        </p:nvSpPr>
        <p:spPr>
          <a:xfrm>
            <a:off x="5145753" y="2637082"/>
            <a:ext cx="1207698" cy="1207925"/>
          </a:xfrm>
          <a:custGeom>
            <a:avLst/>
            <a:gdLst>
              <a:gd name="connsiteX0" fmla="*/ 884038 w 1207698"/>
              <a:gd name="connsiteY0" fmla="*/ 1206863 h 1207925"/>
              <a:gd name="connsiteX1" fmla="*/ 855582 w 1207698"/>
              <a:gd name="connsiteY1" fmla="*/ 1195087 h 1207925"/>
              <a:gd name="connsiteX2" fmla="*/ 620684 w 1207698"/>
              <a:gd name="connsiteY2" fmla="*/ 960265 h 1207925"/>
              <a:gd name="connsiteX3" fmla="*/ 179345 w 1207698"/>
              <a:gd name="connsiteY3" fmla="*/ 960265 h 1207925"/>
              <a:gd name="connsiteX4" fmla="*/ -1809 w 1207698"/>
              <a:gd name="connsiteY4" fmla="*/ 779111 h 1207925"/>
              <a:gd name="connsiteX5" fmla="*/ -1809 w 1207698"/>
              <a:gd name="connsiteY5" fmla="*/ 180093 h 1207925"/>
              <a:gd name="connsiteX6" fmla="*/ 179345 w 1207698"/>
              <a:gd name="connsiteY6" fmla="*/ -1062 h 1207925"/>
              <a:gd name="connsiteX7" fmla="*/ 1024734 w 1207698"/>
              <a:gd name="connsiteY7" fmla="*/ -1062 h 1207925"/>
              <a:gd name="connsiteX8" fmla="*/ 1205889 w 1207698"/>
              <a:gd name="connsiteY8" fmla="*/ 180093 h 1207925"/>
              <a:gd name="connsiteX9" fmla="*/ 1205889 w 1207698"/>
              <a:gd name="connsiteY9" fmla="*/ 779111 h 1207925"/>
              <a:gd name="connsiteX10" fmla="*/ 1024734 w 1207698"/>
              <a:gd name="connsiteY10" fmla="*/ 960265 h 1207925"/>
              <a:gd name="connsiteX11" fmla="*/ 924194 w 1207698"/>
              <a:gd name="connsiteY11" fmla="*/ 960265 h 1207925"/>
              <a:gd name="connsiteX12" fmla="*/ 924194 w 1207698"/>
              <a:gd name="connsiteY12" fmla="*/ 1166631 h 1207925"/>
              <a:gd name="connsiteX13" fmla="*/ 884113 w 1207698"/>
              <a:gd name="connsiteY13" fmla="*/ 1206863 h 1207925"/>
              <a:gd name="connsiteX14" fmla="*/ 883887 w 1207698"/>
              <a:gd name="connsiteY14" fmla="*/ 1206863 h 1207925"/>
              <a:gd name="connsiteX15" fmla="*/ 179345 w 1207698"/>
              <a:gd name="connsiteY15" fmla="*/ 79400 h 1207925"/>
              <a:gd name="connsiteX16" fmla="*/ 78654 w 1207698"/>
              <a:gd name="connsiteY16" fmla="*/ 180017 h 1207925"/>
              <a:gd name="connsiteX17" fmla="*/ 78654 w 1207698"/>
              <a:gd name="connsiteY17" fmla="*/ 779035 h 1207925"/>
              <a:gd name="connsiteX18" fmla="*/ 179345 w 1207698"/>
              <a:gd name="connsiteY18" fmla="*/ 879651 h 1207925"/>
              <a:gd name="connsiteX19" fmla="*/ 637365 w 1207698"/>
              <a:gd name="connsiteY19" fmla="*/ 879651 h 1207925"/>
              <a:gd name="connsiteX20" fmla="*/ 665898 w 1207698"/>
              <a:gd name="connsiteY20" fmla="*/ 891502 h 1207925"/>
              <a:gd name="connsiteX21" fmla="*/ 843731 w 1207698"/>
              <a:gd name="connsiteY21" fmla="*/ 1069335 h 1207925"/>
              <a:gd name="connsiteX22" fmla="*/ 843731 w 1207698"/>
              <a:gd name="connsiteY22" fmla="*/ 919959 h 1207925"/>
              <a:gd name="connsiteX23" fmla="*/ 884038 w 1207698"/>
              <a:gd name="connsiteY23" fmla="*/ 879651 h 1207925"/>
              <a:gd name="connsiteX24" fmla="*/ 1024961 w 1207698"/>
              <a:gd name="connsiteY24" fmla="*/ 879651 h 1207925"/>
              <a:gd name="connsiteX25" fmla="*/ 1125653 w 1207698"/>
              <a:gd name="connsiteY25" fmla="*/ 779035 h 1207925"/>
              <a:gd name="connsiteX26" fmla="*/ 1125653 w 1207698"/>
              <a:gd name="connsiteY26" fmla="*/ 180017 h 1207925"/>
              <a:gd name="connsiteX27" fmla="*/ 1024961 w 1207698"/>
              <a:gd name="connsiteY27" fmla="*/ 79400 h 120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7698" h="1207925">
                <a:moveTo>
                  <a:pt x="884038" y="1206863"/>
                </a:moveTo>
                <a:cubicBezTo>
                  <a:pt x="873395" y="1206937"/>
                  <a:pt x="863130" y="1202635"/>
                  <a:pt x="855582" y="1195087"/>
                </a:cubicBezTo>
                <a:lnTo>
                  <a:pt x="620684" y="960265"/>
                </a:lnTo>
                <a:lnTo>
                  <a:pt x="179345" y="960265"/>
                </a:lnTo>
                <a:cubicBezTo>
                  <a:pt x="79333" y="960265"/>
                  <a:pt x="-1809" y="879123"/>
                  <a:pt x="-1809" y="779111"/>
                </a:cubicBezTo>
                <a:lnTo>
                  <a:pt x="-1809" y="180093"/>
                </a:lnTo>
                <a:cubicBezTo>
                  <a:pt x="-1809" y="80080"/>
                  <a:pt x="79333" y="-1062"/>
                  <a:pt x="179345" y="-1062"/>
                </a:cubicBezTo>
                <a:lnTo>
                  <a:pt x="1024734" y="-1062"/>
                </a:lnTo>
                <a:cubicBezTo>
                  <a:pt x="1124747" y="-1062"/>
                  <a:pt x="1205889" y="80080"/>
                  <a:pt x="1205889" y="180093"/>
                </a:cubicBezTo>
                <a:lnTo>
                  <a:pt x="1205889" y="779111"/>
                </a:lnTo>
                <a:cubicBezTo>
                  <a:pt x="1205889" y="879123"/>
                  <a:pt x="1124747" y="960265"/>
                  <a:pt x="1024734" y="960265"/>
                </a:cubicBezTo>
                <a:lnTo>
                  <a:pt x="924194" y="960265"/>
                </a:lnTo>
                <a:lnTo>
                  <a:pt x="924194" y="1166631"/>
                </a:lnTo>
                <a:cubicBezTo>
                  <a:pt x="924269" y="1188823"/>
                  <a:pt x="906305" y="1206787"/>
                  <a:pt x="884113" y="1206863"/>
                </a:cubicBezTo>
                <a:cubicBezTo>
                  <a:pt x="884038" y="1206863"/>
                  <a:pt x="883963" y="1206863"/>
                  <a:pt x="883887" y="1206863"/>
                </a:cubicBezTo>
                <a:close/>
                <a:moveTo>
                  <a:pt x="179345" y="79400"/>
                </a:moveTo>
                <a:cubicBezTo>
                  <a:pt x="123791" y="79476"/>
                  <a:pt x="78729" y="124463"/>
                  <a:pt x="78654" y="180017"/>
                </a:cubicBezTo>
                <a:lnTo>
                  <a:pt x="78654" y="779035"/>
                </a:lnTo>
                <a:cubicBezTo>
                  <a:pt x="78729" y="834589"/>
                  <a:pt x="123791" y="879576"/>
                  <a:pt x="179345" y="879651"/>
                </a:cubicBezTo>
                <a:lnTo>
                  <a:pt x="637365" y="879651"/>
                </a:lnTo>
                <a:cubicBezTo>
                  <a:pt x="648084" y="879651"/>
                  <a:pt x="658349" y="883954"/>
                  <a:pt x="665898" y="891502"/>
                </a:cubicBezTo>
                <a:lnTo>
                  <a:pt x="843731" y="1069335"/>
                </a:lnTo>
                <a:lnTo>
                  <a:pt x="843731" y="919959"/>
                </a:lnTo>
                <a:cubicBezTo>
                  <a:pt x="843731" y="897691"/>
                  <a:pt x="861771" y="879651"/>
                  <a:pt x="884038" y="879651"/>
                </a:cubicBezTo>
                <a:lnTo>
                  <a:pt x="1024961" y="879651"/>
                </a:lnTo>
                <a:cubicBezTo>
                  <a:pt x="1080515" y="879576"/>
                  <a:pt x="1125578" y="834589"/>
                  <a:pt x="1125653" y="779035"/>
                </a:cubicBezTo>
                <a:lnTo>
                  <a:pt x="1125653" y="180017"/>
                </a:lnTo>
                <a:cubicBezTo>
                  <a:pt x="1125578" y="124463"/>
                  <a:pt x="1080515" y="79476"/>
                  <a:pt x="1024961" y="79400"/>
                </a:cubicBezTo>
                <a:close/>
              </a:path>
            </a:pathLst>
          </a:custGeom>
          <a:solidFill>
            <a:schemeClr val="accent1"/>
          </a:solidFill>
          <a:ln w="7520" cap="flat">
            <a:noFill/>
            <a:prstDash val="solid"/>
            <a:miter/>
          </a:ln>
        </p:spPr>
        <p:txBody>
          <a:bodyPr rtlCol="0" anchor="ctr"/>
          <a:lstStyle/>
          <a:p>
            <a:endParaRPr lang="en-US" noProof="0"/>
          </a:p>
        </p:txBody>
      </p:sp>
      <p:sp>
        <p:nvSpPr>
          <p:cNvPr id="12" name="Freeform 11">
            <a:extLst>
              <a:ext uri="{FF2B5EF4-FFF2-40B4-BE49-F238E27FC236}">
                <a16:creationId xmlns:a16="http://schemas.microsoft.com/office/drawing/2014/main" id="{3B734877-7958-32BB-0FDA-FDE2306E59C6}"/>
              </a:ext>
            </a:extLst>
          </p:cNvPr>
          <p:cNvSpPr/>
          <p:nvPr/>
        </p:nvSpPr>
        <p:spPr>
          <a:xfrm>
            <a:off x="5566032" y="2834937"/>
            <a:ext cx="375323" cy="568508"/>
          </a:xfrm>
          <a:custGeom>
            <a:avLst/>
            <a:gdLst>
              <a:gd name="connsiteX0" fmla="*/ -1809 w 375323"/>
              <a:gd name="connsiteY0" fmla="*/ 155693 h 568508"/>
              <a:gd name="connsiteX1" fmla="*/ 20835 w 375323"/>
              <a:gd name="connsiteY1" fmla="*/ 83383 h 568508"/>
              <a:gd name="connsiteX2" fmla="*/ 87636 w 375323"/>
              <a:gd name="connsiteY2" fmla="*/ 22998 h 568508"/>
              <a:gd name="connsiteX3" fmla="*/ 190214 w 375323"/>
              <a:gd name="connsiteY3" fmla="*/ -1006 h 568508"/>
              <a:gd name="connsiteX4" fmla="*/ 286378 w 375323"/>
              <a:gd name="connsiteY4" fmla="*/ 19073 h 568508"/>
              <a:gd name="connsiteX5" fmla="*/ 350838 w 375323"/>
              <a:gd name="connsiteY5" fmla="*/ 73721 h 568508"/>
              <a:gd name="connsiteX6" fmla="*/ 373483 w 375323"/>
              <a:gd name="connsiteY6" fmla="*/ 149202 h 568508"/>
              <a:gd name="connsiteX7" fmla="*/ 360500 w 375323"/>
              <a:gd name="connsiteY7" fmla="*/ 205209 h 568508"/>
              <a:gd name="connsiteX8" fmla="*/ 329704 w 375323"/>
              <a:gd name="connsiteY8" fmla="*/ 246723 h 568508"/>
              <a:gd name="connsiteX9" fmla="*/ 265621 w 375323"/>
              <a:gd name="connsiteY9" fmla="*/ 305523 h 568508"/>
              <a:gd name="connsiteX10" fmla="*/ 245165 w 375323"/>
              <a:gd name="connsiteY10" fmla="*/ 325978 h 568508"/>
              <a:gd name="connsiteX11" fmla="*/ 233692 w 375323"/>
              <a:gd name="connsiteY11" fmla="*/ 342131 h 568508"/>
              <a:gd name="connsiteX12" fmla="*/ 227880 w 375323"/>
              <a:gd name="connsiteY12" fmla="*/ 356775 h 568508"/>
              <a:gd name="connsiteX13" fmla="*/ 221690 w 375323"/>
              <a:gd name="connsiteY13" fmla="*/ 382515 h 568508"/>
              <a:gd name="connsiteX14" fmla="*/ 177005 w 375323"/>
              <a:gd name="connsiteY14" fmla="*/ 421613 h 568508"/>
              <a:gd name="connsiteX15" fmla="*/ 144095 w 375323"/>
              <a:gd name="connsiteY15" fmla="*/ 408782 h 568508"/>
              <a:gd name="connsiteX16" fmla="*/ 130811 w 375323"/>
              <a:gd name="connsiteY16" fmla="*/ 371041 h 568508"/>
              <a:gd name="connsiteX17" fmla="*/ 140548 w 375323"/>
              <a:gd name="connsiteY17" fmla="*/ 316393 h 568508"/>
              <a:gd name="connsiteX18" fmla="*/ 166514 w 375323"/>
              <a:gd name="connsiteY18" fmla="*/ 275784 h 568508"/>
              <a:gd name="connsiteX19" fmla="*/ 210066 w 375323"/>
              <a:gd name="connsiteY19" fmla="*/ 234270 h 568508"/>
              <a:gd name="connsiteX20" fmla="*/ 244788 w 375323"/>
              <a:gd name="connsiteY20" fmla="*/ 202567 h 568508"/>
              <a:gd name="connsiteX21" fmla="*/ 262828 w 375323"/>
              <a:gd name="connsiteY21" fmla="*/ 178716 h 568508"/>
              <a:gd name="connsiteX22" fmla="*/ 270376 w 375323"/>
              <a:gd name="connsiteY22" fmla="*/ 150108 h 568508"/>
              <a:gd name="connsiteX23" fmla="*/ 247732 w 375323"/>
              <a:gd name="connsiteY23" fmla="*/ 99385 h 568508"/>
              <a:gd name="connsiteX24" fmla="*/ 190064 w 375323"/>
              <a:gd name="connsiteY24" fmla="*/ 78778 h 568508"/>
              <a:gd name="connsiteX25" fmla="*/ 129226 w 375323"/>
              <a:gd name="connsiteY25" fmla="*/ 99611 h 568508"/>
              <a:gd name="connsiteX26" fmla="*/ 96165 w 375323"/>
              <a:gd name="connsiteY26" fmla="*/ 161052 h 568508"/>
              <a:gd name="connsiteX27" fmla="*/ 47707 w 375323"/>
              <a:gd name="connsiteY27" fmla="*/ 203473 h 568508"/>
              <a:gd name="connsiteX28" fmla="*/ 12230 w 375323"/>
              <a:gd name="connsiteY28" fmla="*/ 188376 h 568508"/>
              <a:gd name="connsiteX29" fmla="*/ -1809 w 375323"/>
              <a:gd name="connsiteY29" fmla="*/ 155693 h 568508"/>
              <a:gd name="connsiteX30" fmla="*/ 181535 w 375323"/>
              <a:gd name="connsiteY30" fmla="*/ 567443 h 568508"/>
              <a:gd name="connsiteX31" fmla="*/ 141529 w 375323"/>
              <a:gd name="connsiteY31" fmla="*/ 552347 h 568508"/>
              <a:gd name="connsiteX32" fmla="*/ 124395 w 375323"/>
              <a:gd name="connsiteY32" fmla="*/ 510833 h 568508"/>
              <a:gd name="connsiteX33" fmla="*/ 140926 w 375323"/>
              <a:gd name="connsiteY33" fmla="*/ 471054 h 568508"/>
              <a:gd name="connsiteX34" fmla="*/ 181535 w 375323"/>
              <a:gd name="connsiteY34" fmla="*/ 454901 h 568508"/>
              <a:gd name="connsiteX35" fmla="*/ 237466 w 375323"/>
              <a:gd name="connsiteY35" fmla="*/ 509322 h 568508"/>
              <a:gd name="connsiteX36" fmla="*/ 237466 w 375323"/>
              <a:gd name="connsiteY36" fmla="*/ 510833 h 568508"/>
              <a:gd name="connsiteX37" fmla="*/ 220558 w 375323"/>
              <a:gd name="connsiteY37" fmla="*/ 552196 h 568508"/>
              <a:gd name="connsiteX38" fmla="*/ 181232 w 375323"/>
              <a:gd name="connsiteY38" fmla="*/ 567443 h 56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75323" h="568508">
                <a:moveTo>
                  <a:pt x="-1809" y="155693"/>
                </a:moveTo>
                <a:cubicBezTo>
                  <a:pt x="-1281" y="129954"/>
                  <a:pt x="6569" y="104819"/>
                  <a:pt x="20835" y="83383"/>
                </a:cubicBezTo>
                <a:cubicBezTo>
                  <a:pt x="37516" y="57795"/>
                  <a:pt x="60538" y="37037"/>
                  <a:pt x="87636" y="22998"/>
                </a:cubicBezTo>
                <a:cubicBezTo>
                  <a:pt x="119263" y="6467"/>
                  <a:pt x="154512" y="-1836"/>
                  <a:pt x="190214" y="-1006"/>
                </a:cubicBezTo>
                <a:cubicBezTo>
                  <a:pt x="223351" y="-1685"/>
                  <a:pt x="256260" y="5184"/>
                  <a:pt x="286378" y="19073"/>
                </a:cubicBezTo>
                <a:cubicBezTo>
                  <a:pt x="312494" y="30998"/>
                  <a:pt x="334761" y="49944"/>
                  <a:pt x="350838" y="73721"/>
                </a:cubicBezTo>
                <a:cubicBezTo>
                  <a:pt x="365784" y="96063"/>
                  <a:pt x="373634" y="122330"/>
                  <a:pt x="373483" y="149202"/>
                </a:cubicBezTo>
                <a:cubicBezTo>
                  <a:pt x="373936" y="168676"/>
                  <a:pt x="369482" y="187924"/>
                  <a:pt x="360500" y="205209"/>
                </a:cubicBezTo>
                <a:cubicBezTo>
                  <a:pt x="352424" y="220531"/>
                  <a:pt x="342008" y="234571"/>
                  <a:pt x="329704" y="246723"/>
                </a:cubicBezTo>
                <a:cubicBezTo>
                  <a:pt x="317778" y="258348"/>
                  <a:pt x="296492" y="277972"/>
                  <a:pt x="265621" y="305523"/>
                </a:cubicBezTo>
                <a:cubicBezTo>
                  <a:pt x="258450" y="311939"/>
                  <a:pt x="251581" y="318808"/>
                  <a:pt x="245165" y="325978"/>
                </a:cubicBezTo>
                <a:cubicBezTo>
                  <a:pt x="240712" y="330885"/>
                  <a:pt x="236862" y="336319"/>
                  <a:pt x="233692" y="342131"/>
                </a:cubicBezTo>
                <a:cubicBezTo>
                  <a:pt x="231277" y="346811"/>
                  <a:pt x="229314" y="351718"/>
                  <a:pt x="227880" y="356775"/>
                </a:cubicBezTo>
                <a:cubicBezTo>
                  <a:pt x="226521" y="361682"/>
                  <a:pt x="224483" y="370286"/>
                  <a:pt x="221690" y="382515"/>
                </a:cubicBezTo>
                <a:cubicBezTo>
                  <a:pt x="216935" y="408555"/>
                  <a:pt x="202065" y="421538"/>
                  <a:pt x="177005" y="421613"/>
                </a:cubicBezTo>
                <a:cubicBezTo>
                  <a:pt x="164777" y="421916"/>
                  <a:pt x="152927" y="417311"/>
                  <a:pt x="144095" y="408782"/>
                </a:cubicBezTo>
                <a:cubicBezTo>
                  <a:pt x="134660" y="398591"/>
                  <a:pt x="129829" y="384930"/>
                  <a:pt x="130811" y="371041"/>
                </a:cubicBezTo>
                <a:cubicBezTo>
                  <a:pt x="130358" y="352322"/>
                  <a:pt x="133679" y="333753"/>
                  <a:pt x="140548" y="316393"/>
                </a:cubicBezTo>
                <a:cubicBezTo>
                  <a:pt x="146738" y="301447"/>
                  <a:pt x="155569" y="287710"/>
                  <a:pt x="166514" y="275784"/>
                </a:cubicBezTo>
                <a:cubicBezTo>
                  <a:pt x="180327" y="261216"/>
                  <a:pt x="194895" y="247403"/>
                  <a:pt x="210066" y="234270"/>
                </a:cubicBezTo>
                <a:cubicBezTo>
                  <a:pt x="226068" y="220230"/>
                  <a:pt x="237692" y="209663"/>
                  <a:pt x="244788" y="202567"/>
                </a:cubicBezTo>
                <a:cubicBezTo>
                  <a:pt x="251883" y="195472"/>
                  <a:pt x="257922" y="187471"/>
                  <a:pt x="262828" y="178716"/>
                </a:cubicBezTo>
                <a:cubicBezTo>
                  <a:pt x="267809" y="170035"/>
                  <a:pt x="270376" y="160147"/>
                  <a:pt x="270376" y="150108"/>
                </a:cubicBezTo>
                <a:cubicBezTo>
                  <a:pt x="270602" y="130709"/>
                  <a:pt x="262299" y="112216"/>
                  <a:pt x="247732" y="99385"/>
                </a:cubicBezTo>
                <a:cubicBezTo>
                  <a:pt x="231880" y="85270"/>
                  <a:pt x="211198" y="77872"/>
                  <a:pt x="190064" y="78778"/>
                </a:cubicBezTo>
                <a:cubicBezTo>
                  <a:pt x="162513" y="78778"/>
                  <a:pt x="142208" y="85722"/>
                  <a:pt x="129226" y="99611"/>
                </a:cubicBezTo>
                <a:cubicBezTo>
                  <a:pt x="113979" y="117500"/>
                  <a:pt x="102656" y="138483"/>
                  <a:pt x="96165" y="161052"/>
                </a:cubicBezTo>
                <a:cubicBezTo>
                  <a:pt x="87636" y="189358"/>
                  <a:pt x="71483" y="203548"/>
                  <a:pt x="47707" y="203473"/>
                </a:cubicBezTo>
                <a:cubicBezTo>
                  <a:pt x="34271" y="203699"/>
                  <a:pt x="21363" y="198189"/>
                  <a:pt x="12230" y="188376"/>
                </a:cubicBezTo>
                <a:cubicBezTo>
                  <a:pt x="3324" y="179847"/>
                  <a:pt x="-1809" y="168072"/>
                  <a:pt x="-1809" y="155693"/>
                </a:cubicBezTo>
                <a:close/>
                <a:moveTo>
                  <a:pt x="181535" y="567443"/>
                </a:moveTo>
                <a:cubicBezTo>
                  <a:pt x="166815" y="567594"/>
                  <a:pt x="152549" y="562159"/>
                  <a:pt x="141529" y="552347"/>
                </a:cubicBezTo>
                <a:cubicBezTo>
                  <a:pt x="129829" y="541780"/>
                  <a:pt x="123565" y="526532"/>
                  <a:pt x="124395" y="510833"/>
                </a:cubicBezTo>
                <a:cubicBezTo>
                  <a:pt x="124094" y="495811"/>
                  <a:pt x="130056" y="481395"/>
                  <a:pt x="140926" y="471054"/>
                </a:cubicBezTo>
                <a:cubicBezTo>
                  <a:pt x="151719" y="460335"/>
                  <a:pt x="166363" y="454523"/>
                  <a:pt x="181535" y="454901"/>
                </a:cubicBezTo>
                <a:cubicBezTo>
                  <a:pt x="212028" y="454447"/>
                  <a:pt x="237013" y="478828"/>
                  <a:pt x="237466" y="509322"/>
                </a:cubicBezTo>
                <a:cubicBezTo>
                  <a:pt x="237466" y="509851"/>
                  <a:pt x="237466" y="510304"/>
                  <a:pt x="237466" y="510833"/>
                </a:cubicBezTo>
                <a:cubicBezTo>
                  <a:pt x="238221" y="526457"/>
                  <a:pt x="232031" y="541553"/>
                  <a:pt x="220558" y="552196"/>
                </a:cubicBezTo>
                <a:cubicBezTo>
                  <a:pt x="209840" y="562084"/>
                  <a:pt x="195801" y="567518"/>
                  <a:pt x="181232" y="567443"/>
                </a:cubicBezTo>
                <a:close/>
              </a:path>
            </a:pathLst>
          </a:custGeom>
          <a:solidFill>
            <a:schemeClr val="accent2"/>
          </a:solidFill>
          <a:ln w="7520" cap="flat">
            <a:noFill/>
            <a:prstDash val="solid"/>
            <a:miter/>
          </a:ln>
        </p:spPr>
        <p:txBody>
          <a:bodyPr rtlCol="0" anchor="ctr"/>
          <a:lstStyle/>
          <a:p>
            <a:endParaRPr lang="en-US" noProof="0"/>
          </a:p>
        </p:txBody>
      </p:sp>
    </p:spTree>
    <p:extLst>
      <p:ext uri="{BB962C8B-B14F-4D97-AF65-F5344CB8AC3E}">
        <p14:creationId xmlns:p14="http://schemas.microsoft.com/office/powerpoint/2010/main" val="49010978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ext with Callout on Right">
    <p:bg>
      <p:bgPr>
        <a:solidFill>
          <a:schemeClr val="tx2"/>
        </a:solidFill>
        <a:effectLst/>
      </p:bgPr>
    </p:bg>
    <p:spTree>
      <p:nvGrpSpPr>
        <p:cNvPr id="1" name=""/>
        <p:cNvGrpSpPr/>
        <p:nvPr/>
      </p:nvGrpSpPr>
      <p:grpSpPr>
        <a:xfrm>
          <a:off x="0" y="0"/>
          <a:ext cx="0" cy="0"/>
          <a:chOff x="0" y="0"/>
          <a:chExt cx="0" cy="0"/>
        </a:xfrm>
      </p:grpSpPr>
      <p:sp>
        <p:nvSpPr>
          <p:cNvPr id="3" name="Rectangle">
            <a:extLst>
              <a:ext uri="{FF2B5EF4-FFF2-40B4-BE49-F238E27FC236}">
                <a16:creationId xmlns:a16="http://schemas.microsoft.com/office/drawing/2014/main" id="{FCF6EB00-C9C9-E5ED-96CE-B4698CCA9855}"/>
              </a:ext>
            </a:extLst>
          </p:cNvPr>
          <p:cNvSpPr>
            <a:spLocks noGrp="1" noRot="1" noMove="1" noResize="1" noEditPoints="1" noAdjustHandles="1" noChangeArrowheads="1" noChangeShapeType="1"/>
          </p:cNvSpPr>
          <p:nvPr userDrawn="1"/>
        </p:nvSpPr>
        <p:spPr>
          <a:xfrm flipH="1">
            <a:off x="0" y="0"/>
            <a:ext cx="7513437" cy="6858000"/>
          </a:xfrm>
          <a:prstGeom prst="rect">
            <a:avLst/>
          </a:prstGeom>
          <a:solidFill>
            <a:schemeClr val="bg1"/>
          </a:solidFill>
          <a:ln w="3175">
            <a:miter lim="400000"/>
          </a:ln>
        </p:spPr>
        <p:txBody>
          <a:bodyPr lIns="38100" tIns="38100" rIns="38100" bIns="38100" anchor="ctr">
            <a:noAutofit/>
          </a:bodyPr>
          <a:lstStyle/>
          <a:p>
            <a:pPr marL="0" marR="0" lvl="0" indent="0" algn="l" defTabSz="619125" rtl="0" eaLnBrk="1" fontAlgn="auto" latinLnBrk="0" hangingPunct="0">
              <a:lnSpc>
                <a:spcPts val="5000"/>
              </a:lnSpc>
              <a:spcBef>
                <a:spcPts val="0"/>
              </a:spcBef>
              <a:spcAft>
                <a:spcPts val="0"/>
              </a:spcAft>
              <a:buClrTx/>
              <a:buSzTx/>
              <a:buFontTx/>
              <a:buNone/>
              <a:tabLst/>
              <a:defRPr sz="4800" b="1" spc="-144"/>
            </a:pPr>
            <a:endParaRPr kumimoji="0" lang="en-US" sz="2400" b="1" i="0" u="none" strike="noStrike" kern="0" cap="none" spc="-72" normalizeH="0" baseline="0" noProof="0">
              <a:ln>
                <a:noFill/>
              </a:ln>
              <a:solidFill>
                <a:srgbClr val="000000"/>
              </a:solidFill>
              <a:effectLst/>
              <a:uLnTx/>
              <a:uFillTx/>
              <a:latin typeface="Helvetica"/>
              <a:ea typeface="+mn-ea"/>
              <a:cs typeface="Helvetica"/>
              <a:sym typeface="Helvetica"/>
            </a:endParaRPr>
          </a:p>
        </p:txBody>
      </p:sp>
      <p:sp>
        <p:nvSpPr>
          <p:cNvPr id="4" name="Title 5">
            <a:extLst>
              <a:ext uri="{FF2B5EF4-FFF2-40B4-BE49-F238E27FC236}">
                <a16:creationId xmlns:a16="http://schemas.microsoft.com/office/drawing/2014/main" id="{87C62496-5A27-9057-4D77-CD57C18CACA7}"/>
              </a:ext>
            </a:extLst>
          </p:cNvPr>
          <p:cNvSpPr>
            <a:spLocks noGrp="1"/>
          </p:cNvSpPr>
          <p:nvPr>
            <p:ph type="title" hasCustomPrompt="1"/>
          </p:nvPr>
        </p:nvSpPr>
        <p:spPr>
          <a:xfrm>
            <a:off x="442913" y="517032"/>
            <a:ext cx="6354495" cy="962008"/>
          </a:xfrm>
          <a:prstGeom prst="rect">
            <a:avLst/>
          </a:prstGeom>
        </p:spPr>
        <p:txBody>
          <a:bodyPr>
            <a:noAutofit/>
          </a:bodyPr>
          <a:lstStyle>
            <a:lvl1pPr>
              <a:defRPr>
                <a:solidFill>
                  <a:schemeClr val="tx2"/>
                </a:solidFill>
              </a:defRPr>
            </a:lvl1pPr>
          </a:lstStyle>
          <a:p>
            <a:r>
              <a:rPr lang="en-US" noProof="0" dirty="0"/>
              <a:t>Click to edit master title style</a:t>
            </a:r>
          </a:p>
        </p:txBody>
      </p:sp>
      <p:sp>
        <p:nvSpPr>
          <p:cNvPr id="5" name="Body Level One…">
            <a:extLst>
              <a:ext uri="{FF2B5EF4-FFF2-40B4-BE49-F238E27FC236}">
                <a16:creationId xmlns:a16="http://schemas.microsoft.com/office/drawing/2014/main" id="{60DCE953-5969-A44F-9130-B8CF01BA3632}"/>
              </a:ext>
            </a:extLst>
          </p:cNvPr>
          <p:cNvSpPr txBox="1">
            <a:spLocks noGrp="1"/>
          </p:cNvSpPr>
          <p:nvPr>
            <p:ph type="body" sz="half" idx="37" hasCustomPrompt="1"/>
          </p:nvPr>
        </p:nvSpPr>
        <p:spPr>
          <a:xfrm>
            <a:off x="8185532" y="1664208"/>
            <a:ext cx="3316077" cy="4337207"/>
          </a:xfrm>
          <a:prstGeom prst="rect">
            <a:avLst/>
          </a:prstGeom>
        </p:spPr>
        <p:txBody>
          <a:bodyPr lIns="91440" tIns="45720" rIns="91440" bIns="45720" anchor="t">
            <a:noAutofit/>
          </a:bodyPr>
          <a:lstStyle>
            <a:lvl1pPr marL="0" indent="0" algn="l">
              <a:lnSpc>
                <a:spcPct val="110000"/>
              </a:lnSpc>
              <a:buSzTx/>
              <a:buFont typeface="Arial" panose="020B0604020202020204" pitchFamily="34" charset="0"/>
              <a:buNone/>
              <a:defRPr sz="1800">
                <a:solidFill>
                  <a:schemeClr val="bg1"/>
                </a:solidFill>
              </a:defRPr>
            </a:lvl1pPr>
            <a:lvl2pPr marL="406400" indent="0" algn="l">
              <a:lnSpc>
                <a:spcPct val="120000"/>
              </a:lnSpc>
              <a:buFontTx/>
              <a:buNone/>
              <a:defRPr sz="1600"/>
            </a:lvl2pPr>
            <a:lvl3pPr marL="812800" indent="0" algn="l">
              <a:lnSpc>
                <a:spcPct val="120000"/>
              </a:lnSpc>
              <a:buFontTx/>
              <a:buNone/>
              <a:defRPr sz="1600"/>
            </a:lvl3pPr>
            <a:lvl4pPr marL="1217612" indent="0" algn="l">
              <a:lnSpc>
                <a:spcPct val="120000"/>
              </a:lnSpc>
              <a:buFontTx/>
              <a:buNone/>
              <a:defRPr sz="1600"/>
            </a:lvl4pPr>
            <a:lvl5pPr marL="1624009" indent="0" algn="l">
              <a:lnSpc>
                <a:spcPct val="120000"/>
              </a:lnSpc>
              <a:buFont typeface="Arial" panose="020B0604020202020204" pitchFamily="34" charset="0"/>
              <a:buNone/>
              <a:defRPr sz="1600"/>
            </a:lvl5pPr>
          </a:lstStyle>
          <a:p>
            <a:pPr lvl="0"/>
            <a:r>
              <a:rPr lang="en-US" noProof="0"/>
              <a:t>Click to edit master text styles</a:t>
            </a:r>
          </a:p>
        </p:txBody>
      </p:sp>
      <p:sp>
        <p:nvSpPr>
          <p:cNvPr id="6" name="Body Level One…">
            <a:extLst>
              <a:ext uri="{FF2B5EF4-FFF2-40B4-BE49-F238E27FC236}">
                <a16:creationId xmlns:a16="http://schemas.microsoft.com/office/drawing/2014/main" id="{402FA6A8-198F-6862-3A15-B39865696340}"/>
              </a:ext>
            </a:extLst>
          </p:cNvPr>
          <p:cNvSpPr txBox="1">
            <a:spLocks noGrp="1"/>
          </p:cNvSpPr>
          <p:nvPr>
            <p:ph type="body" sz="quarter" idx="22" hasCustomPrompt="1"/>
          </p:nvPr>
        </p:nvSpPr>
        <p:spPr>
          <a:xfrm>
            <a:off x="442913" y="1488979"/>
            <a:ext cx="6354494" cy="341633"/>
          </a:xfrm>
          <a:prstGeom prst="rect">
            <a:avLst/>
          </a:prstGeom>
        </p:spPr>
        <p:txBody>
          <a:bodyPr wrap="square"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7" name="Text Placeholder 3">
            <a:extLst>
              <a:ext uri="{FF2B5EF4-FFF2-40B4-BE49-F238E27FC236}">
                <a16:creationId xmlns:a16="http://schemas.microsoft.com/office/drawing/2014/main" id="{023B3FF9-B62D-D51C-3C32-630BD4964E85}"/>
              </a:ext>
            </a:extLst>
          </p:cNvPr>
          <p:cNvSpPr>
            <a:spLocks noGrp="1"/>
          </p:cNvSpPr>
          <p:nvPr>
            <p:ph type="body" sz="quarter" idx="38" hasCustomPrompt="1"/>
          </p:nvPr>
        </p:nvSpPr>
        <p:spPr>
          <a:xfrm>
            <a:off x="442912" y="1997842"/>
            <a:ext cx="6354493" cy="433720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feld 7">
            <a:extLst>
              <a:ext uri="{FF2B5EF4-FFF2-40B4-BE49-F238E27FC236}">
                <a16:creationId xmlns:a16="http://schemas.microsoft.com/office/drawing/2014/main" id="{97EF7F7B-5C1E-4391-827F-2360ECA9002D}"/>
              </a:ext>
            </a:extLst>
          </p:cNvPr>
          <p:cNvSpPr txBox="1"/>
          <p:nvPr userDrawn="1"/>
        </p:nvSpPr>
        <p:spPr>
          <a:xfrm>
            <a:off x="8068235" y="591671"/>
            <a:ext cx="0" cy="0"/>
          </a:xfrm>
          <a:prstGeom prst="rect">
            <a:avLst/>
          </a:prstGeom>
          <a:noFill/>
          <a:ln>
            <a:noFill/>
          </a:ln>
        </p:spPr>
        <p:txBody>
          <a:bodyPr wrap="none" rtlCol="0">
            <a:noAutofit/>
          </a:bodyPr>
          <a:lstStyle/>
          <a:p>
            <a:pPr algn="l" defTabSz="228600">
              <a:lnSpc>
                <a:spcPct val="90000"/>
              </a:lnSpc>
              <a:spcBef>
                <a:spcPts val="600"/>
              </a:spcBef>
              <a:buSzPct val="100000"/>
            </a:pPr>
            <a:endParaRPr lang="en-US" sz="1400" kern="0" noProof="0">
              <a:solidFill>
                <a:schemeClr val="tx2"/>
              </a:solidFill>
              <a:sym typeface="Trebuchet MS"/>
            </a:endParaRPr>
          </a:p>
        </p:txBody>
      </p:sp>
      <p:pic>
        <p:nvPicPr>
          <p:cNvPr id="2" name="Picture 1">
            <a:extLst>
              <a:ext uri="{FF2B5EF4-FFF2-40B4-BE49-F238E27FC236}">
                <a16:creationId xmlns:a16="http://schemas.microsoft.com/office/drawing/2014/main" id="{2EC5227F-D915-B08D-BB73-D33DC78AFC2D}"/>
              </a:ext>
            </a:extLst>
          </p:cNvPr>
          <p:cNvPicPr>
            <a:picLocks noChangeAspect="1"/>
          </p:cNvPicPr>
          <p:nvPr userDrawn="1"/>
        </p:nvPicPr>
        <p:blipFill>
          <a:blip r:embed="rId2"/>
          <a:stretch>
            <a:fillRect/>
          </a:stretch>
        </p:blipFill>
        <p:spPr>
          <a:xfrm>
            <a:off x="159500" y="6541131"/>
            <a:ext cx="1052601" cy="167549"/>
          </a:xfrm>
          <a:prstGeom prst="rect">
            <a:avLst/>
          </a:prstGeom>
        </p:spPr>
      </p:pic>
      <p:pic>
        <p:nvPicPr>
          <p:cNvPr id="12" name="Picture 11">
            <a:extLst>
              <a:ext uri="{FF2B5EF4-FFF2-40B4-BE49-F238E27FC236}">
                <a16:creationId xmlns:a16="http://schemas.microsoft.com/office/drawing/2014/main" id="{3E59BB71-DFC6-E3AF-4154-F1E62DE5FB29}"/>
              </a:ext>
            </a:extLst>
          </p:cNvPr>
          <p:cNvPicPr>
            <a:picLocks noChangeAspect="1"/>
          </p:cNvPicPr>
          <p:nvPr userDrawn="1"/>
        </p:nvPicPr>
        <p:blipFill>
          <a:blip r:embed="rId3"/>
          <a:stretch>
            <a:fillRect/>
          </a:stretch>
        </p:blipFill>
        <p:spPr>
          <a:xfrm>
            <a:off x="11639640" y="6562553"/>
            <a:ext cx="430331" cy="209917"/>
          </a:xfrm>
          <a:prstGeom prst="rect">
            <a:avLst/>
          </a:prstGeom>
        </p:spPr>
      </p:pic>
      <p:sp>
        <p:nvSpPr>
          <p:cNvPr id="13" name="Slide Number Placeholder 5">
            <a:extLst>
              <a:ext uri="{FF2B5EF4-FFF2-40B4-BE49-F238E27FC236}">
                <a16:creationId xmlns:a16="http://schemas.microsoft.com/office/drawing/2014/main" id="{26A736BB-FF82-C106-D299-23D97D67700E}"/>
              </a:ext>
            </a:extLst>
          </p:cNvPr>
          <p:cNvSpPr txBox="1">
            <a:spLocks/>
          </p:cNvSpPr>
          <p:nvPr userDrawn="1"/>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dirty="0">
              <a:ln>
                <a:noFill/>
              </a:ln>
              <a:solidFill>
                <a:schemeClr val="bg1"/>
              </a:solidFill>
              <a:effectLst/>
              <a:uLnTx/>
              <a:uFillTx/>
              <a:latin typeface="Montserrat" pitchFamily="2" charset="77"/>
              <a:ea typeface="+mn-ea"/>
              <a:cs typeface="Arial"/>
            </a:endParaRPr>
          </a:p>
        </p:txBody>
      </p:sp>
      <p:sp>
        <p:nvSpPr>
          <p:cNvPr id="8" name="Slide Number">
            <a:extLst>
              <a:ext uri="{FF2B5EF4-FFF2-40B4-BE49-F238E27FC236}">
                <a16:creationId xmlns:a16="http://schemas.microsoft.com/office/drawing/2014/main" id="{0571777E-CF1F-D98E-4B53-68416A2EC94B}"/>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2264717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genda 1">
    <p:spTree>
      <p:nvGrpSpPr>
        <p:cNvPr id="1" name=""/>
        <p:cNvGrpSpPr/>
        <p:nvPr/>
      </p:nvGrpSpPr>
      <p:grpSpPr>
        <a:xfrm>
          <a:off x="0" y="0"/>
          <a:ext cx="0" cy="0"/>
          <a:chOff x="0" y="0"/>
          <a:chExt cx="0" cy="0"/>
        </a:xfrm>
      </p:grpSpPr>
      <p:sp>
        <p:nvSpPr>
          <p:cNvPr id="78" name="Text Placeholder 12"/>
          <p:cNvSpPr>
            <a:spLocks noGrp="1"/>
          </p:cNvSpPr>
          <p:nvPr>
            <p:ph type="body" sz="quarter" idx="13" hasCustomPrompt="1"/>
          </p:nvPr>
        </p:nvSpPr>
        <p:spPr>
          <a:xfrm>
            <a:off x="1792362" y="1995488"/>
            <a:ext cx="2899126"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79" name="Text Placeholder 12"/>
          <p:cNvSpPr>
            <a:spLocks noGrp="1"/>
          </p:cNvSpPr>
          <p:nvPr>
            <p:ph type="body" sz="quarter" idx="14" hasCustomPrompt="1"/>
          </p:nvPr>
        </p:nvSpPr>
        <p:spPr>
          <a:xfrm>
            <a:off x="1792362" y="3017485"/>
            <a:ext cx="2899126" cy="692152"/>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0" name="Text Placeholder 12"/>
          <p:cNvSpPr>
            <a:spLocks noGrp="1"/>
          </p:cNvSpPr>
          <p:nvPr>
            <p:ph type="body" sz="quarter" idx="15" hasCustomPrompt="1"/>
          </p:nvPr>
        </p:nvSpPr>
        <p:spPr>
          <a:xfrm>
            <a:off x="1792362" y="4040456"/>
            <a:ext cx="2899126"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1" name="Text Placeholder 12"/>
          <p:cNvSpPr>
            <a:spLocks noGrp="1"/>
          </p:cNvSpPr>
          <p:nvPr>
            <p:ph type="body" sz="quarter" idx="16" hasCustomPrompt="1"/>
          </p:nvPr>
        </p:nvSpPr>
        <p:spPr>
          <a:xfrm>
            <a:off x="1792362" y="5076547"/>
            <a:ext cx="2899126"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2" name="Text Placeholder 12"/>
          <p:cNvSpPr>
            <a:spLocks noGrp="1"/>
          </p:cNvSpPr>
          <p:nvPr>
            <p:ph type="body" sz="quarter" idx="17" hasCustomPrompt="1"/>
          </p:nvPr>
        </p:nvSpPr>
        <p:spPr>
          <a:xfrm>
            <a:off x="4990645" y="1995488"/>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3" name="Text Placeholder 12"/>
          <p:cNvSpPr>
            <a:spLocks noGrp="1"/>
          </p:cNvSpPr>
          <p:nvPr>
            <p:ph type="body" sz="quarter" idx="18" hasCustomPrompt="1"/>
          </p:nvPr>
        </p:nvSpPr>
        <p:spPr>
          <a:xfrm>
            <a:off x="4990645" y="3017485"/>
            <a:ext cx="5831288" cy="692152"/>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4" name="Text Placeholder 12"/>
          <p:cNvSpPr>
            <a:spLocks noGrp="1"/>
          </p:cNvSpPr>
          <p:nvPr>
            <p:ph type="body" sz="quarter" idx="19" hasCustomPrompt="1"/>
          </p:nvPr>
        </p:nvSpPr>
        <p:spPr>
          <a:xfrm>
            <a:off x="4990645" y="4040456"/>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5" name="Text Placeholder 12"/>
          <p:cNvSpPr>
            <a:spLocks noGrp="1"/>
          </p:cNvSpPr>
          <p:nvPr>
            <p:ph type="body" sz="quarter" idx="20" hasCustomPrompt="1"/>
          </p:nvPr>
        </p:nvSpPr>
        <p:spPr>
          <a:xfrm>
            <a:off x="4990645" y="5076547"/>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17" name="Title 1">
            <a:extLst>
              <a:ext uri="{FF2B5EF4-FFF2-40B4-BE49-F238E27FC236}">
                <a16:creationId xmlns:a16="http://schemas.microsoft.com/office/drawing/2014/main" id="{6F29BA38-AE87-4588-B423-378EB33BF99C}"/>
              </a:ext>
            </a:extLst>
          </p:cNvPr>
          <p:cNvSpPr>
            <a:spLocks noGrp="1"/>
          </p:cNvSpPr>
          <p:nvPr>
            <p:ph type="title" hasCustomPrompt="1"/>
          </p:nvPr>
        </p:nvSpPr>
        <p:spPr>
          <a:xfrm>
            <a:off x="448849" y="183398"/>
            <a:ext cx="10661375" cy="962008"/>
          </a:xfrm>
          <a:prstGeom prst="rect">
            <a:avLst/>
          </a:prstGeom>
        </p:spPr>
        <p:txBody>
          <a:bodyPr>
            <a:noAutofit/>
          </a:bodyPr>
          <a:lstStyle/>
          <a:p>
            <a:r>
              <a:rPr lang="en-US" noProof="0" dirty="0"/>
              <a:t>Click to edit master title style</a:t>
            </a:r>
          </a:p>
        </p:txBody>
      </p:sp>
      <p:sp>
        <p:nvSpPr>
          <p:cNvPr id="18" name="Body Level One…">
            <a:extLst>
              <a:ext uri="{FF2B5EF4-FFF2-40B4-BE49-F238E27FC236}">
                <a16:creationId xmlns:a16="http://schemas.microsoft.com/office/drawing/2014/main" id="{602E5113-3297-4D98-8822-6ACB42FB1A6E}"/>
              </a:ext>
            </a:extLst>
          </p:cNvPr>
          <p:cNvSpPr txBox="1">
            <a:spLocks noGrp="1"/>
          </p:cNvSpPr>
          <p:nvPr>
            <p:ph type="body" sz="quarter" idx="25" hasCustomPrompt="1"/>
          </p:nvPr>
        </p:nvSpPr>
        <p:spPr>
          <a:xfrm>
            <a:off x="448848"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2" name="Text Placeholder 9">
            <a:extLst>
              <a:ext uri="{FF2B5EF4-FFF2-40B4-BE49-F238E27FC236}">
                <a16:creationId xmlns:a16="http://schemas.microsoft.com/office/drawing/2014/main" id="{1CB6A48A-09C3-4A9A-831D-AA8CDA77FC3D}"/>
              </a:ext>
            </a:extLst>
          </p:cNvPr>
          <p:cNvSpPr>
            <a:spLocks noGrp="1"/>
          </p:cNvSpPr>
          <p:nvPr>
            <p:ph type="body" sz="quarter" idx="28" hasCustomPrompt="1"/>
          </p:nvPr>
        </p:nvSpPr>
        <p:spPr>
          <a:xfrm>
            <a:off x="1021935"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3" name="Text Placeholder 9">
            <a:extLst>
              <a:ext uri="{FF2B5EF4-FFF2-40B4-BE49-F238E27FC236}">
                <a16:creationId xmlns:a16="http://schemas.microsoft.com/office/drawing/2014/main" id="{CBA2A3ED-F2F5-4A1D-BD91-F08B1204284A}"/>
              </a:ext>
            </a:extLst>
          </p:cNvPr>
          <p:cNvSpPr>
            <a:spLocks noGrp="1"/>
          </p:cNvSpPr>
          <p:nvPr>
            <p:ph type="body" sz="quarter" idx="29" hasCustomPrompt="1"/>
          </p:nvPr>
        </p:nvSpPr>
        <p:spPr>
          <a:xfrm>
            <a:off x="1021935"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4" name="Text Placeholder 9">
            <a:extLst>
              <a:ext uri="{FF2B5EF4-FFF2-40B4-BE49-F238E27FC236}">
                <a16:creationId xmlns:a16="http://schemas.microsoft.com/office/drawing/2014/main" id="{93EF349F-21A2-46D9-8597-2C259EEED62D}"/>
              </a:ext>
            </a:extLst>
          </p:cNvPr>
          <p:cNvSpPr>
            <a:spLocks noGrp="1"/>
          </p:cNvSpPr>
          <p:nvPr>
            <p:ph type="body" sz="quarter" idx="30" hasCustomPrompt="1"/>
          </p:nvPr>
        </p:nvSpPr>
        <p:spPr>
          <a:xfrm>
            <a:off x="1021935"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5" name="Text Placeholder 9">
            <a:extLst>
              <a:ext uri="{FF2B5EF4-FFF2-40B4-BE49-F238E27FC236}">
                <a16:creationId xmlns:a16="http://schemas.microsoft.com/office/drawing/2014/main" id="{3CCE2CE9-A9DC-4C3A-B0D6-8C082FB8881A}"/>
              </a:ext>
            </a:extLst>
          </p:cNvPr>
          <p:cNvSpPr>
            <a:spLocks noGrp="1"/>
          </p:cNvSpPr>
          <p:nvPr>
            <p:ph type="body" sz="quarter" idx="31" hasCustomPrompt="1"/>
          </p:nvPr>
        </p:nvSpPr>
        <p:spPr>
          <a:xfrm>
            <a:off x="1021935"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Tree>
    <p:extLst>
      <p:ext uri="{BB962C8B-B14F-4D97-AF65-F5344CB8AC3E}">
        <p14:creationId xmlns:p14="http://schemas.microsoft.com/office/powerpoint/2010/main" val="229799460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Agenda 3">
    <p:spTree>
      <p:nvGrpSpPr>
        <p:cNvPr id="1" name=""/>
        <p:cNvGrpSpPr/>
        <p:nvPr/>
      </p:nvGrpSpPr>
      <p:grpSpPr>
        <a:xfrm>
          <a:off x="0" y="0"/>
          <a:ext cx="0" cy="0"/>
          <a:chOff x="0" y="0"/>
          <a:chExt cx="0" cy="0"/>
        </a:xfrm>
      </p:grpSpPr>
      <p:sp>
        <p:nvSpPr>
          <p:cNvPr id="128" name="Body Level One…"/>
          <p:cNvSpPr txBox="1">
            <a:spLocks noGrp="1"/>
          </p:cNvSpPr>
          <p:nvPr>
            <p:ph type="body" sz="quarter" idx="1" hasCustomPrompt="1"/>
          </p:nvPr>
        </p:nvSpPr>
        <p:spPr>
          <a:xfrm>
            <a:off x="1792362" y="1995488"/>
            <a:ext cx="2731857" cy="692153"/>
          </a:xfrm>
          <a:prstGeom prst="rect">
            <a:avLst/>
          </a:prstGeom>
        </p:spPr>
        <p:txBody>
          <a:bodyPr lIns="91440" tIns="45720" rIns="91440" bIns="45720" anchor="ctr">
            <a:noAutofit/>
          </a:bodyPr>
          <a:lstStyle>
            <a:lvl1pPr marL="0" indent="0" algn="l">
              <a:buSzTx/>
              <a:buFont typeface="Arial" panose="020B0604020202020204" pitchFamily="34" charset="0"/>
              <a:buNone/>
              <a:defRPr sz="1800" b="1">
                <a:solidFill>
                  <a:schemeClr val="accent1"/>
                </a:solidFill>
              </a:defRPr>
            </a:lvl1pPr>
            <a:lvl2pPr marL="457200" indent="0" algn="l">
              <a:buFontTx/>
              <a:buNone/>
              <a:defRPr sz="1800">
                <a:solidFill>
                  <a:schemeClr val="accent1"/>
                </a:solidFill>
              </a:defRPr>
            </a:lvl2pPr>
            <a:lvl3pPr marL="914400" indent="0" algn="l">
              <a:buFontTx/>
              <a:buNone/>
              <a:defRPr sz="1800">
                <a:solidFill>
                  <a:schemeClr val="accent1"/>
                </a:solidFill>
              </a:defRPr>
            </a:lvl3pPr>
            <a:lvl4pPr marL="1371600" indent="0" algn="l">
              <a:buFontTx/>
              <a:buNone/>
              <a:defRPr sz="1800">
                <a:solidFill>
                  <a:schemeClr val="accent1"/>
                </a:solidFill>
              </a:defRPr>
            </a:lvl4pPr>
            <a:lvl5pPr marL="1828800" indent="0" algn="l">
              <a:buFontTx/>
              <a:buNone/>
              <a:defRPr sz="1800">
                <a:solidFill>
                  <a:schemeClr val="accent1"/>
                </a:solidFill>
              </a:defRPr>
            </a:lvl5pPr>
          </a:lstStyle>
          <a:p>
            <a:pPr lvl="0"/>
            <a:r>
              <a:rPr lang="en-US" noProof="0"/>
              <a:t>Click to edit master text styles</a:t>
            </a:r>
          </a:p>
        </p:txBody>
      </p:sp>
      <p:sp>
        <p:nvSpPr>
          <p:cNvPr id="129" name="Text Placeholder 12"/>
          <p:cNvSpPr>
            <a:spLocks noGrp="1"/>
          </p:cNvSpPr>
          <p:nvPr>
            <p:ph type="body" sz="quarter" idx="13" hasCustomPrompt="1"/>
          </p:nvPr>
        </p:nvSpPr>
        <p:spPr>
          <a:xfrm>
            <a:off x="1792362" y="3017485"/>
            <a:ext cx="2731858" cy="692152"/>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0" name="Text Placeholder 12"/>
          <p:cNvSpPr>
            <a:spLocks noGrp="1"/>
          </p:cNvSpPr>
          <p:nvPr>
            <p:ph type="body" sz="quarter" idx="14" hasCustomPrompt="1"/>
          </p:nvPr>
        </p:nvSpPr>
        <p:spPr>
          <a:xfrm>
            <a:off x="1792362" y="4040456"/>
            <a:ext cx="2731858"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1" name="Text Placeholder 12"/>
          <p:cNvSpPr>
            <a:spLocks noGrp="1"/>
          </p:cNvSpPr>
          <p:nvPr>
            <p:ph type="body" sz="quarter" idx="15" hasCustomPrompt="1"/>
          </p:nvPr>
        </p:nvSpPr>
        <p:spPr>
          <a:xfrm>
            <a:off x="1792362" y="5076547"/>
            <a:ext cx="2731858"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2" name="Text Placeholder 12"/>
          <p:cNvSpPr>
            <a:spLocks noGrp="1"/>
          </p:cNvSpPr>
          <p:nvPr>
            <p:ph type="body" sz="quarter" idx="16" hasCustomPrompt="1"/>
          </p:nvPr>
        </p:nvSpPr>
        <p:spPr>
          <a:xfrm>
            <a:off x="4737082" y="199548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3" name="Text Placeholder 12"/>
          <p:cNvSpPr>
            <a:spLocks noGrp="1"/>
          </p:cNvSpPr>
          <p:nvPr>
            <p:ph type="body" sz="quarter" idx="17" hasCustomPrompt="1"/>
          </p:nvPr>
        </p:nvSpPr>
        <p:spPr>
          <a:xfrm>
            <a:off x="4737082" y="301024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4" name="Text Placeholder 12"/>
          <p:cNvSpPr>
            <a:spLocks noGrp="1"/>
          </p:cNvSpPr>
          <p:nvPr>
            <p:ph type="body" sz="quarter" idx="18" hasCustomPrompt="1"/>
          </p:nvPr>
        </p:nvSpPr>
        <p:spPr>
          <a:xfrm>
            <a:off x="4737082" y="4058463"/>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5" name="Text Placeholder 12"/>
          <p:cNvSpPr>
            <a:spLocks noGrp="1"/>
          </p:cNvSpPr>
          <p:nvPr>
            <p:ph type="body" sz="quarter" idx="19" hasCustomPrompt="1"/>
          </p:nvPr>
        </p:nvSpPr>
        <p:spPr>
          <a:xfrm>
            <a:off x="4737082" y="5073222"/>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6" name="Text Placeholder 12"/>
          <p:cNvSpPr>
            <a:spLocks noGrp="1"/>
          </p:cNvSpPr>
          <p:nvPr>
            <p:ph type="body" sz="quarter" idx="20" hasCustomPrompt="1"/>
          </p:nvPr>
        </p:nvSpPr>
        <p:spPr>
          <a:xfrm>
            <a:off x="7156099" y="1995488"/>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7" name="Text Placeholder 12"/>
          <p:cNvSpPr>
            <a:spLocks noGrp="1"/>
          </p:cNvSpPr>
          <p:nvPr>
            <p:ph type="body" sz="quarter" idx="21" hasCustomPrompt="1"/>
          </p:nvPr>
        </p:nvSpPr>
        <p:spPr>
          <a:xfrm>
            <a:off x="7156099" y="3017485"/>
            <a:ext cx="2731857" cy="692152"/>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8" name="Text Placeholder 12"/>
          <p:cNvSpPr>
            <a:spLocks noGrp="1"/>
          </p:cNvSpPr>
          <p:nvPr>
            <p:ph type="body" sz="quarter" idx="22" hasCustomPrompt="1"/>
          </p:nvPr>
        </p:nvSpPr>
        <p:spPr>
          <a:xfrm>
            <a:off x="7156099" y="4040456"/>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9" name="Text Placeholder 12"/>
          <p:cNvSpPr>
            <a:spLocks noGrp="1"/>
          </p:cNvSpPr>
          <p:nvPr>
            <p:ph type="body" sz="quarter" idx="23" hasCustomPrompt="1"/>
          </p:nvPr>
        </p:nvSpPr>
        <p:spPr>
          <a:xfrm>
            <a:off x="7156099" y="5076547"/>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40" name="Text Placeholder 12"/>
          <p:cNvSpPr>
            <a:spLocks noGrp="1"/>
          </p:cNvSpPr>
          <p:nvPr>
            <p:ph type="body" sz="quarter" idx="24" hasCustomPrompt="1"/>
          </p:nvPr>
        </p:nvSpPr>
        <p:spPr>
          <a:xfrm>
            <a:off x="10100817" y="199548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1" name="Text Placeholder 12"/>
          <p:cNvSpPr>
            <a:spLocks noGrp="1"/>
          </p:cNvSpPr>
          <p:nvPr>
            <p:ph type="body" sz="quarter" idx="25" hasCustomPrompt="1"/>
          </p:nvPr>
        </p:nvSpPr>
        <p:spPr>
          <a:xfrm>
            <a:off x="10100817" y="301024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2" name="Text Placeholder 12"/>
          <p:cNvSpPr>
            <a:spLocks noGrp="1"/>
          </p:cNvSpPr>
          <p:nvPr>
            <p:ph type="body" sz="quarter" idx="26" hasCustomPrompt="1"/>
          </p:nvPr>
        </p:nvSpPr>
        <p:spPr>
          <a:xfrm>
            <a:off x="10100817" y="4058463"/>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3" name="Text Placeholder 12"/>
          <p:cNvSpPr>
            <a:spLocks noGrp="1"/>
          </p:cNvSpPr>
          <p:nvPr>
            <p:ph type="body" sz="quarter" idx="27" hasCustomPrompt="1"/>
          </p:nvPr>
        </p:nvSpPr>
        <p:spPr>
          <a:xfrm>
            <a:off x="10100817" y="5073222"/>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5" name="Text Placeholder 9"/>
          <p:cNvSpPr>
            <a:spLocks noGrp="1"/>
          </p:cNvSpPr>
          <p:nvPr>
            <p:ph type="body" sz="quarter" idx="28" hasCustomPrompt="1"/>
          </p:nvPr>
        </p:nvSpPr>
        <p:spPr>
          <a:xfrm>
            <a:off x="1021935"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6" name="Text Placeholder 9"/>
          <p:cNvSpPr>
            <a:spLocks noGrp="1"/>
          </p:cNvSpPr>
          <p:nvPr>
            <p:ph type="body" sz="quarter" idx="29" hasCustomPrompt="1"/>
          </p:nvPr>
        </p:nvSpPr>
        <p:spPr>
          <a:xfrm>
            <a:off x="1021935"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7" name="Text Placeholder 9"/>
          <p:cNvSpPr>
            <a:spLocks noGrp="1"/>
          </p:cNvSpPr>
          <p:nvPr>
            <p:ph type="body" sz="quarter" idx="30" hasCustomPrompt="1"/>
          </p:nvPr>
        </p:nvSpPr>
        <p:spPr>
          <a:xfrm>
            <a:off x="1021935"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8" name="Text Placeholder 9"/>
          <p:cNvSpPr>
            <a:spLocks noGrp="1"/>
          </p:cNvSpPr>
          <p:nvPr>
            <p:ph type="body" sz="quarter" idx="31" hasCustomPrompt="1"/>
          </p:nvPr>
        </p:nvSpPr>
        <p:spPr>
          <a:xfrm>
            <a:off x="1021935"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9" name="Text Placeholder 9"/>
          <p:cNvSpPr>
            <a:spLocks noGrp="1"/>
          </p:cNvSpPr>
          <p:nvPr>
            <p:ph type="body" sz="quarter" idx="32" hasCustomPrompt="1"/>
          </p:nvPr>
        </p:nvSpPr>
        <p:spPr>
          <a:xfrm>
            <a:off x="6410367"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0" name="Text Placeholder 9"/>
          <p:cNvSpPr>
            <a:spLocks noGrp="1"/>
          </p:cNvSpPr>
          <p:nvPr>
            <p:ph type="body" sz="quarter" idx="33" hasCustomPrompt="1"/>
          </p:nvPr>
        </p:nvSpPr>
        <p:spPr>
          <a:xfrm>
            <a:off x="6410367"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1" name="Text Placeholder 9"/>
          <p:cNvSpPr>
            <a:spLocks noGrp="1"/>
          </p:cNvSpPr>
          <p:nvPr>
            <p:ph type="body" sz="quarter" idx="34" hasCustomPrompt="1"/>
          </p:nvPr>
        </p:nvSpPr>
        <p:spPr>
          <a:xfrm>
            <a:off x="6410367"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2" name="Text Placeholder 9"/>
          <p:cNvSpPr>
            <a:spLocks noGrp="1"/>
          </p:cNvSpPr>
          <p:nvPr>
            <p:ph type="body" sz="quarter" idx="35" hasCustomPrompt="1"/>
          </p:nvPr>
        </p:nvSpPr>
        <p:spPr>
          <a:xfrm>
            <a:off x="6410367"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8" name="Title 1">
            <a:extLst>
              <a:ext uri="{FF2B5EF4-FFF2-40B4-BE49-F238E27FC236}">
                <a16:creationId xmlns:a16="http://schemas.microsoft.com/office/drawing/2014/main" id="{E24BA24C-F200-4E1D-80B5-9FC9E9AF9025}"/>
              </a:ext>
            </a:extLst>
          </p:cNvPr>
          <p:cNvSpPr>
            <a:spLocks noGrp="1"/>
          </p:cNvSpPr>
          <p:nvPr>
            <p:ph type="title" hasCustomPrompt="1"/>
          </p:nvPr>
        </p:nvSpPr>
        <p:spPr>
          <a:xfrm>
            <a:off x="442914" y="183398"/>
            <a:ext cx="10661375" cy="962008"/>
          </a:xfrm>
          <a:prstGeom prst="rect">
            <a:avLst/>
          </a:prstGeom>
        </p:spPr>
        <p:txBody>
          <a:bodyPr>
            <a:noAutofit/>
          </a:bodyPr>
          <a:lstStyle/>
          <a:p>
            <a:r>
              <a:rPr lang="en-US" noProof="0" dirty="0"/>
              <a:t>Click to edit master title style</a:t>
            </a:r>
          </a:p>
        </p:txBody>
      </p:sp>
      <p:sp>
        <p:nvSpPr>
          <p:cNvPr id="30" name="Body Level One…">
            <a:extLst>
              <a:ext uri="{FF2B5EF4-FFF2-40B4-BE49-F238E27FC236}">
                <a16:creationId xmlns:a16="http://schemas.microsoft.com/office/drawing/2014/main" id="{BCC5B421-5F34-41AD-AD68-BAFE3E926CBB}"/>
              </a:ext>
            </a:extLst>
          </p:cNvPr>
          <p:cNvSpPr txBox="1">
            <a:spLocks noGrp="1"/>
          </p:cNvSpPr>
          <p:nvPr>
            <p:ph type="body" sz="quarter" idx="36" hasCustomPrompt="1"/>
          </p:nvPr>
        </p:nvSpPr>
        <p:spPr>
          <a:xfrm>
            <a:off x="442913"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Tree>
    <p:extLst>
      <p:ext uri="{BB962C8B-B14F-4D97-AF65-F5344CB8AC3E}">
        <p14:creationId xmlns:p14="http://schemas.microsoft.com/office/powerpoint/2010/main" val="136504704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ver White">
    <p:bg>
      <p:bgPr>
        <a:solidFill>
          <a:schemeClr val="bg1"/>
        </a:solidFill>
        <a:effectLst/>
      </p:bgPr>
    </p:bg>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206C6C98-7A06-46E1-B9BE-B32779BD895A}"/>
              </a:ext>
            </a:extLst>
          </p:cNvPr>
          <p:cNvSpPr>
            <a:spLocks noGrp="1"/>
          </p:cNvSpPr>
          <p:nvPr>
            <p:ph type="body" sz="quarter" idx="14" hasCustomPrompt="1"/>
          </p:nvPr>
        </p:nvSpPr>
        <p:spPr>
          <a:xfrm>
            <a:off x="827233" y="1933115"/>
            <a:ext cx="10582887" cy="1495885"/>
          </a:xfrm>
        </p:spPr>
        <p:txBody>
          <a:bodyPr/>
          <a:lstStyle>
            <a:lvl1pPr marL="0" marR="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noProof="0"/>
              <a:t>Title</a:t>
            </a:r>
            <a:br>
              <a:rPr lang="en-US" noProof="0"/>
            </a:br>
            <a:endParaRPr lang="en-US" noProof="0"/>
          </a:p>
        </p:txBody>
      </p:sp>
      <p:sp>
        <p:nvSpPr>
          <p:cNvPr id="12" name="Text Placeholder 19">
            <a:extLst>
              <a:ext uri="{FF2B5EF4-FFF2-40B4-BE49-F238E27FC236}">
                <a16:creationId xmlns:a16="http://schemas.microsoft.com/office/drawing/2014/main" id="{CFD03CCF-0E7C-44BB-99AB-58FA6047D952}"/>
              </a:ext>
            </a:extLst>
          </p:cNvPr>
          <p:cNvSpPr>
            <a:spLocks noGrp="1"/>
          </p:cNvSpPr>
          <p:nvPr>
            <p:ph type="body" sz="quarter" idx="15" hasCustomPrompt="1"/>
          </p:nvPr>
        </p:nvSpPr>
        <p:spPr>
          <a:xfrm>
            <a:off x="827232" y="3556398"/>
            <a:ext cx="10582885"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Date</a:t>
            </a:r>
          </a:p>
        </p:txBody>
      </p:sp>
      <p:pic>
        <p:nvPicPr>
          <p:cNvPr id="3" name="Graphic 2">
            <a:extLst>
              <a:ext uri="{FF2B5EF4-FFF2-40B4-BE49-F238E27FC236}">
                <a16:creationId xmlns:a16="http://schemas.microsoft.com/office/drawing/2014/main" id="{DADC0D41-D265-1165-70A5-D0D0C3CE43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7233" y="5552930"/>
            <a:ext cx="2671342" cy="427415"/>
          </a:xfrm>
          <a:prstGeom prst="rect">
            <a:avLst/>
          </a:prstGeom>
        </p:spPr>
      </p:pic>
    </p:spTree>
    <p:extLst>
      <p:ext uri="{BB962C8B-B14F-4D97-AF65-F5344CB8AC3E}">
        <p14:creationId xmlns:p14="http://schemas.microsoft.com/office/powerpoint/2010/main" val="199219444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ver Dark">
    <p:bg>
      <p:bgPr>
        <a:solidFill>
          <a:schemeClr val="tx2"/>
        </a:solidFill>
        <a:effectLst/>
      </p:bgPr>
    </p:bg>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573A3450-9A4F-6E19-0812-FEA02B0F8B9D}"/>
              </a:ext>
            </a:extLst>
          </p:cNvPr>
          <p:cNvSpPr>
            <a:spLocks noGrp="1"/>
          </p:cNvSpPr>
          <p:nvPr>
            <p:ph type="body" sz="quarter" idx="14" hasCustomPrompt="1"/>
          </p:nvPr>
        </p:nvSpPr>
        <p:spPr>
          <a:xfrm>
            <a:off x="827233" y="1933115"/>
            <a:ext cx="10582887" cy="1495885"/>
          </a:xfrm>
        </p:spPr>
        <p:txBody>
          <a:bodyPr/>
          <a:lstStyle>
            <a:lvl1pPr marL="0" marR="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kumimoji="0" lang="en-US" sz="3400" b="1" i="0" u="none" strike="noStrike" kern="0" cap="none" spc="0" normalizeH="0" baseline="0" dirty="0" smtClean="0">
                <a:ln>
                  <a:noFill/>
                </a:ln>
                <a:solidFill>
                  <a:schemeClr val="accent3"/>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noProof="0"/>
              <a:t>Title</a:t>
            </a:r>
            <a:br>
              <a:rPr lang="en-US" noProof="0"/>
            </a:br>
            <a:endParaRPr lang="en-US" noProof="0"/>
          </a:p>
        </p:txBody>
      </p:sp>
      <p:sp>
        <p:nvSpPr>
          <p:cNvPr id="4" name="Text Placeholder 19">
            <a:extLst>
              <a:ext uri="{FF2B5EF4-FFF2-40B4-BE49-F238E27FC236}">
                <a16:creationId xmlns:a16="http://schemas.microsoft.com/office/drawing/2014/main" id="{306358B3-A1A9-8305-6D63-1CFBC925B265}"/>
              </a:ext>
            </a:extLst>
          </p:cNvPr>
          <p:cNvSpPr>
            <a:spLocks noGrp="1"/>
          </p:cNvSpPr>
          <p:nvPr>
            <p:ph type="body" sz="quarter" idx="15" hasCustomPrompt="1"/>
          </p:nvPr>
        </p:nvSpPr>
        <p:spPr>
          <a:xfrm>
            <a:off x="827232" y="3556398"/>
            <a:ext cx="10582885" cy="433694"/>
          </a:xfrm>
        </p:spPr>
        <p:txBody>
          <a:bodyPr/>
          <a:lstStyle>
            <a:lvl1pPr marL="0" indent="0">
              <a:buNone/>
              <a:defRPr sz="2000">
                <a:solidFill>
                  <a:schemeClr val="bg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Date</a:t>
            </a:r>
          </a:p>
        </p:txBody>
      </p:sp>
      <p:pic>
        <p:nvPicPr>
          <p:cNvPr id="6" name="Picture 5">
            <a:extLst>
              <a:ext uri="{FF2B5EF4-FFF2-40B4-BE49-F238E27FC236}">
                <a16:creationId xmlns:a16="http://schemas.microsoft.com/office/drawing/2014/main" id="{E885F33A-648D-73E5-C9B4-1B016B81C49F}"/>
              </a:ext>
            </a:extLst>
          </p:cNvPr>
          <p:cNvPicPr>
            <a:picLocks noChangeAspect="1"/>
          </p:cNvPicPr>
          <p:nvPr userDrawn="1"/>
        </p:nvPicPr>
        <p:blipFill>
          <a:blip r:embed="rId2"/>
          <a:stretch>
            <a:fillRect/>
          </a:stretch>
        </p:blipFill>
        <p:spPr>
          <a:xfrm>
            <a:off x="809561" y="5564150"/>
            <a:ext cx="2642508" cy="420624"/>
          </a:xfrm>
          <a:prstGeom prst="rect">
            <a:avLst/>
          </a:prstGeom>
        </p:spPr>
      </p:pic>
    </p:spTree>
    <p:extLst>
      <p:ext uri="{BB962C8B-B14F-4D97-AF65-F5344CB8AC3E}">
        <p14:creationId xmlns:p14="http://schemas.microsoft.com/office/powerpoint/2010/main" val="59827826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Vertical Title and Text - sidebar">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E2FCEED-15E7-44A6-AFFD-6D9F3EB6A3DC}"/>
              </a:ext>
            </a:extLst>
          </p:cNvPr>
          <p:cNvSpPr>
            <a:spLocks noGrp="1"/>
          </p:cNvSpPr>
          <p:nvPr>
            <p:ph type="body" sz="quarter" idx="37" hasCustomPrompt="1"/>
          </p:nvPr>
        </p:nvSpPr>
        <p:spPr>
          <a:xfrm>
            <a:off x="442913" y="1665790"/>
            <a:ext cx="10661374" cy="4375633"/>
          </a:xfrm>
        </p:spPr>
        <p:txBody>
          <a:bodyPr>
            <a:noAutofit/>
          </a:bodyPr>
          <a:lstStyle>
            <a:lvl1pPr defTabSz="228600">
              <a:tabLst>
                <a:tab pos="0" algn="l"/>
              </a:tabLst>
              <a:defRPr>
                <a:solidFill>
                  <a:schemeClr val="tx1"/>
                </a:solidFill>
              </a:defRPr>
            </a:lvl1pPr>
            <a:lvl2pPr defTabSz="228600">
              <a:tabLst>
                <a:tab pos="0" algn="l"/>
              </a:tabLst>
              <a:defRPr>
                <a:solidFill>
                  <a:schemeClr val="tx1"/>
                </a:solidFill>
              </a:defRPr>
            </a:lvl2pPr>
            <a:lvl3pPr defTabSz="228600">
              <a:tabLst>
                <a:tab pos="0" algn="l"/>
              </a:tabLst>
              <a:defRPr>
                <a:solidFill>
                  <a:schemeClr val="tx1"/>
                </a:solidFill>
              </a:defRPr>
            </a:lvl3pPr>
            <a:lvl4pPr marL="914400" indent="-228600" defTabSz="228600">
              <a:tabLst>
                <a:tab pos="0" algn="l"/>
              </a:tabLst>
              <a:defRPr>
                <a:solidFill>
                  <a:schemeClr val="tx1"/>
                </a:solidFill>
              </a:defRPr>
            </a:lvl4pPr>
            <a:lvl5pPr defTabSz="228600">
              <a:tabLst>
                <a:tab pos="0" algn="l"/>
              </a:tabLst>
              <a:defRPr>
                <a:solidFill>
                  <a:schemeClr val="tx1"/>
                </a:solidFill>
              </a:defRPr>
            </a:lvl5pPr>
            <a:lvl6pPr defTabSz="228600">
              <a:tabLst>
                <a:tab pos="0" algn="l"/>
              </a:tabLst>
              <a:defRPr/>
            </a:lvl6pPr>
            <a:lvl7pPr defTabSz="228600">
              <a:tabLst>
                <a:tab pos="0" algn="l"/>
              </a:tabLst>
              <a:defRPr/>
            </a:lvl7pPr>
            <a:lvl8pPr defTabSz="228600">
              <a:tabLst>
                <a:tab pos="0" algn="l"/>
              </a:tabLst>
              <a:defRPr/>
            </a:lvl8pPr>
            <a:lvl9pPr marL="2057400" indent="-215900" defTabSz="228600">
              <a:buNone/>
              <a:tabLst>
                <a:tab pos="0" algn="l"/>
              </a:tabLst>
              <a:defRPr/>
            </a:lvl9pPr>
          </a:lstStyle>
          <a:p>
            <a:pPr lvl="0"/>
            <a:r>
              <a:rPr lang="en-US" noProof="0"/>
              <a:t>Edit body text</a:t>
            </a:r>
          </a:p>
          <a:p>
            <a:pPr lvl="1"/>
            <a:r>
              <a:rPr lang="en-US" noProof="0"/>
              <a:t>Level two</a:t>
            </a:r>
          </a:p>
          <a:p>
            <a:pPr lvl="2"/>
            <a:r>
              <a:rPr lang="en-US" noProof="0"/>
              <a:t>Level three</a:t>
            </a:r>
          </a:p>
          <a:p>
            <a:pPr lvl="3"/>
            <a:r>
              <a:rPr lang="en-US" noProof="0"/>
              <a:t>Level four</a:t>
            </a:r>
          </a:p>
          <a:p>
            <a:pPr lvl="4"/>
            <a:r>
              <a:rPr lang="en-US" noProof="0"/>
              <a:t>Level five</a:t>
            </a:r>
          </a:p>
        </p:txBody>
      </p:sp>
      <p:sp>
        <p:nvSpPr>
          <p:cNvPr id="6" name="Body Level One…">
            <a:extLst>
              <a:ext uri="{FF2B5EF4-FFF2-40B4-BE49-F238E27FC236}">
                <a16:creationId xmlns:a16="http://schemas.microsoft.com/office/drawing/2014/main" id="{F9E4359E-FC68-4055-A92D-DA85CC326DDA}"/>
              </a:ext>
            </a:extLst>
          </p:cNvPr>
          <p:cNvSpPr txBox="1">
            <a:spLocks noGrp="1"/>
          </p:cNvSpPr>
          <p:nvPr>
            <p:ph type="body" sz="quarter" idx="22" hasCustomPrompt="1"/>
          </p:nvPr>
        </p:nvSpPr>
        <p:spPr>
          <a:xfrm>
            <a:off x="442913"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 name="Title 1">
            <a:extLst>
              <a:ext uri="{FF2B5EF4-FFF2-40B4-BE49-F238E27FC236}">
                <a16:creationId xmlns:a16="http://schemas.microsoft.com/office/drawing/2014/main" id="{D1F85293-5007-4338-BBE7-C56BE235F4A0}"/>
              </a:ext>
            </a:extLst>
          </p:cNvPr>
          <p:cNvSpPr>
            <a:spLocks noGrp="1"/>
          </p:cNvSpPr>
          <p:nvPr>
            <p:ph type="title" hasCustomPrompt="1"/>
          </p:nvPr>
        </p:nvSpPr>
        <p:spPr>
          <a:xfrm>
            <a:off x="442913" y="183398"/>
            <a:ext cx="10661375" cy="962008"/>
          </a:xfrm>
          <a:prstGeom prst="rect">
            <a:avLst/>
          </a:prstGeom>
        </p:spPr>
        <p:txBody>
          <a:bodyPr/>
          <a:lstStyle>
            <a:lvl1pPr>
              <a:defRPr>
                <a:solidFill>
                  <a:schemeClr val="tx2"/>
                </a:solidFill>
              </a:defRPr>
            </a:lvl1pPr>
          </a:lstStyle>
          <a:p>
            <a:r>
              <a:rPr lang="en-US" noProof="0"/>
              <a:t>Edit title text</a:t>
            </a:r>
          </a:p>
        </p:txBody>
      </p:sp>
    </p:spTree>
    <p:extLst>
      <p:ext uri="{BB962C8B-B14F-4D97-AF65-F5344CB8AC3E}">
        <p14:creationId xmlns:p14="http://schemas.microsoft.com/office/powerpoint/2010/main" val="26070375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Subtitle">
    <p:spTree>
      <p:nvGrpSpPr>
        <p:cNvPr id="1" name=""/>
        <p:cNvGrpSpPr/>
        <p:nvPr/>
      </p:nvGrpSpPr>
      <p:grpSpPr>
        <a:xfrm>
          <a:off x="0" y="0"/>
          <a:ext cx="0" cy="0"/>
          <a:chOff x="0" y="0"/>
          <a:chExt cx="0" cy="0"/>
        </a:xfrm>
      </p:grpSpPr>
      <p:sp>
        <p:nvSpPr>
          <p:cNvPr id="6" name="Body Level One…">
            <a:extLst>
              <a:ext uri="{FF2B5EF4-FFF2-40B4-BE49-F238E27FC236}">
                <a16:creationId xmlns:a16="http://schemas.microsoft.com/office/drawing/2014/main" id="{F9E4359E-FC68-4055-A92D-DA85CC326DDA}"/>
              </a:ext>
            </a:extLst>
          </p:cNvPr>
          <p:cNvSpPr txBox="1">
            <a:spLocks noGrp="1"/>
          </p:cNvSpPr>
          <p:nvPr>
            <p:ph type="body" sz="quarter" idx="22" hasCustomPrompt="1"/>
          </p:nvPr>
        </p:nvSpPr>
        <p:spPr>
          <a:xfrm>
            <a:off x="442913"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 name="Title 1">
            <a:extLst>
              <a:ext uri="{FF2B5EF4-FFF2-40B4-BE49-F238E27FC236}">
                <a16:creationId xmlns:a16="http://schemas.microsoft.com/office/drawing/2014/main" id="{D1F85293-5007-4338-BBE7-C56BE235F4A0}"/>
              </a:ext>
            </a:extLst>
          </p:cNvPr>
          <p:cNvSpPr>
            <a:spLocks noGrp="1"/>
          </p:cNvSpPr>
          <p:nvPr>
            <p:ph type="title" hasCustomPrompt="1"/>
          </p:nvPr>
        </p:nvSpPr>
        <p:spPr>
          <a:xfrm>
            <a:off x="442913" y="183398"/>
            <a:ext cx="10661375" cy="962008"/>
          </a:xfrm>
          <a:prstGeom prst="rect">
            <a:avLst/>
          </a:prstGeom>
        </p:spPr>
        <p:txBody>
          <a:bodyPr/>
          <a:lstStyle>
            <a:lvl1pPr>
              <a:defRPr>
                <a:solidFill>
                  <a:schemeClr val="tx2"/>
                </a:solidFill>
              </a:defRPr>
            </a:lvl1pPr>
          </a:lstStyle>
          <a:p>
            <a:r>
              <a:rPr lang="en-US" noProof="0"/>
              <a:t>Edit title text</a:t>
            </a:r>
          </a:p>
        </p:txBody>
      </p:sp>
    </p:spTree>
    <p:extLst>
      <p:ext uri="{BB962C8B-B14F-4D97-AF65-F5344CB8AC3E}">
        <p14:creationId xmlns:p14="http://schemas.microsoft.com/office/powerpoint/2010/main" val="299546984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Slide White">
    <p:bg>
      <p:bgPr>
        <a:solidFill>
          <a:schemeClr val="bg1"/>
        </a:solidFill>
        <a:effectLst/>
      </p:bgPr>
    </p:b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1829A299-CA18-426B-AEAA-80CABC42B3B4}"/>
              </a:ext>
            </a:extLst>
          </p:cNvPr>
          <p:cNvSpPr>
            <a:spLocks noGrp="1"/>
          </p:cNvSpPr>
          <p:nvPr>
            <p:ph type="body" sz="quarter" idx="10" hasCustomPrompt="1"/>
          </p:nvPr>
        </p:nvSpPr>
        <p:spPr>
          <a:xfrm>
            <a:off x="442913" y="2718306"/>
            <a:ext cx="4214895" cy="618092"/>
          </a:xfrm>
        </p:spPr>
        <p:txBody>
          <a:bodyPr anchor="b"/>
          <a:lstStyle>
            <a:lvl1pPr marL="0" indent="0">
              <a:buNone/>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Agenda slide</a:t>
            </a:r>
          </a:p>
        </p:txBody>
      </p:sp>
      <p:sp>
        <p:nvSpPr>
          <p:cNvPr id="17" name="Text Placeholder 19">
            <a:extLst>
              <a:ext uri="{FF2B5EF4-FFF2-40B4-BE49-F238E27FC236}">
                <a16:creationId xmlns:a16="http://schemas.microsoft.com/office/drawing/2014/main" id="{6B77141F-11B9-41C3-A797-C4B51F3FAE5C}"/>
              </a:ext>
            </a:extLst>
          </p:cNvPr>
          <p:cNvSpPr>
            <a:spLocks noGrp="1"/>
          </p:cNvSpPr>
          <p:nvPr>
            <p:ph type="body" sz="quarter" idx="13" hasCustomPrompt="1"/>
          </p:nvPr>
        </p:nvSpPr>
        <p:spPr>
          <a:xfrm>
            <a:off x="442914" y="3336398"/>
            <a:ext cx="4214894"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subtitle</a:t>
            </a:r>
          </a:p>
        </p:txBody>
      </p:sp>
      <p:pic>
        <p:nvPicPr>
          <p:cNvPr id="2" name="Graphic 1">
            <a:extLst>
              <a:ext uri="{FF2B5EF4-FFF2-40B4-BE49-F238E27FC236}">
                <a16:creationId xmlns:a16="http://schemas.microsoft.com/office/drawing/2014/main" id="{DD4556B1-D0C4-891F-C4B9-25E156DDE46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1396" t="26331" r="-445" b="26331"/>
          <a:stretch/>
        </p:blipFill>
        <p:spPr>
          <a:xfrm>
            <a:off x="4571999" y="0"/>
            <a:ext cx="1311008" cy="6858000"/>
          </a:xfrm>
          <a:prstGeom prst="rect">
            <a:avLst/>
          </a:prstGeom>
        </p:spPr>
      </p:pic>
    </p:spTree>
    <p:extLst>
      <p:ext uri="{BB962C8B-B14F-4D97-AF65-F5344CB8AC3E}">
        <p14:creationId xmlns:p14="http://schemas.microsoft.com/office/powerpoint/2010/main" val="324558730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White">
    <p:bg>
      <p:bgPr>
        <a:solidFill>
          <a:schemeClr val="bg1"/>
        </a:solidFill>
        <a:effectLst/>
      </p:bgPr>
    </p:b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1829A299-CA18-426B-AEAA-80CABC42B3B4}"/>
              </a:ext>
            </a:extLst>
          </p:cNvPr>
          <p:cNvSpPr>
            <a:spLocks noGrp="1"/>
          </p:cNvSpPr>
          <p:nvPr>
            <p:ph type="body" sz="quarter" idx="10" hasCustomPrompt="1"/>
          </p:nvPr>
        </p:nvSpPr>
        <p:spPr>
          <a:xfrm>
            <a:off x="442913" y="2718306"/>
            <a:ext cx="10413922" cy="618092"/>
          </a:xfrm>
        </p:spPr>
        <p:txBody>
          <a:bodyPr anchor="b"/>
          <a:lstStyle>
            <a:lvl1pPr marL="0" indent="0">
              <a:buNone/>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title</a:t>
            </a:r>
          </a:p>
        </p:txBody>
      </p:sp>
      <p:sp>
        <p:nvSpPr>
          <p:cNvPr id="17" name="Text Placeholder 19">
            <a:extLst>
              <a:ext uri="{FF2B5EF4-FFF2-40B4-BE49-F238E27FC236}">
                <a16:creationId xmlns:a16="http://schemas.microsoft.com/office/drawing/2014/main" id="{6B77141F-11B9-41C3-A797-C4B51F3FAE5C}"/>
              </a:ext>
            </a:extLst>
          </p:cNvPr>
          <p:cNvSpPr>
            <a:spLocks noGrp="1"/>
          </p:cNvSpPr>
          <p:nvPr>
            <p:ph type="body" sz="quarter" idx="13" hasCustomPrompt="1"/>
          </p:nvPr>
        </p:nvSpPr>
        <p:spPr>
          <a:xfrm>
            <a:off x="442914" y="3336398"/>
            <a:ext cx="10413920"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subtitle</a:t>
            </a:r>
          </a:p>
        </p:txBody>
      </p:sp>
    </p:spTree>
    <p:extLst>
      <p:ext uri="{BB962C8B-B14F-4D97-AF65-F5344CB8AC3E}">
        <p14:creationId xmlns:p14="http://schemas.microsoft.com/office/powerpoint/2010/main" val="1011714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ank You">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83D341-FAA7-4F98-8CA9-A0ED884FDC47}"/>
              </a:ext>
            </a:extLst>
          </p:cNvPr>
          <p:cNvSpPr/>
          <p:nvPr/>
        </p:nvSpPr>
        <p:spPr>
          <a:xfrm>
            <a:off x="1393825" y="2713888"/>
            <a:ext cx="2651688" cy="61555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0" cap="none" spc="0" normalizeH="0" baseline="0" noProof="0">
                <a:ln>
                  <a:noFill/>
                </a:ln>
                <a:solidFill>
                  <a:schemeClr val="tx2"/>
                </a:solidFill>
                <a:effectLst/>
                <a:uLnTx/>
                <a:uFillTx/>
                <a:latin typeface="Montserrat ExtraBold" pitchFamily="2" charset="77"/>
                <a:ea typeface="+mn-ea"/>
                <a:cs typeface="+mn-cs"/>
                <a:sym typeface="Trebuchet MS"/>
              </a:rPr>
              <a:t>Thank you</a:t>
            </a:r>
          </a:p>
        </p:txBody>
      </p:sp>
      <p:sp>
        <p:nvSpPr>
          <p:cNvPr id="4" name="Rectangle 3">
            <a:extLst>
              <a:ext uri="{FF2B5EF4-FFF2-40B4-BE49-F238E27FC236}">
                <a16:creationId xmlns:a16="http://schemas.microsoft.com/office/drawing/2014/main" id="{8A168A63-1B60-4D41-8A76-6292D5D87A21}"/>
              </a:ext>
            </a:extLst>
          </p:cNvPr>
          <p:cNvSpPr/>
          <p:nvPr/>
        </p:nvSpPr>
        <p:spPr>
          <a:xfrm>
            <a:off x="1393825" y="3292279"/>
            <a:ext cx="350448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3"/>
                </a:solidFill>
                <a:effectLst/>
                <a:uLnTx/>
                <a:uFillTx/>
                <a:latin typeface="Montserrat SemiBold" pitchFamily="2" charset="77"/>
                <a:ea typeface="+mn-ea"/>
                <a:cs typeface="+mn-cs"/>
                <a:sym typeface="Trebuchet MS"/>
              </a:rPr>
              <a:t>Let’s do something great</a:t>
            </a:r>
          </a:p>
        </p:txBody>
      </p:sp>
    </p:spTree>
    <p:extLst>
      <p:ext uri="{BB962C8B-B14F-4D97-AF65-F5344CB8AC3E}">
        <p14:creationId xmlns:p14="http://schemas.microsoft.com/office/powerpoint/2010/main" val="590268309"/>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Black Footer blank">
    <p:bg>
      <p:bgPr>
        <a:solidFill>
          <a:schemeClr val="tx2"/>
        </a:solidFill>
        <a:effectLst/>
      </p:bgPr>
    </p:bg>
    <p:spTree>
      <p:nvGrpSpPr>
        <p:cNvPr id="1" name=""/>
        <p:cNvGrpSpPr/>
        <p:nvPr/>
      </p:nvGrpSpPr>
      <p:grpSpPr>
        <a:xfrm>
          <a:off x="0" y="0"/>
          <a:ext cx="0" cy="0"/>
          <a:chOff x="0" y="0"/>
          <a:chExt cx="0" cy="0"/>
        </a:xfrm>
      </p:grpSpPr>
      <p:sp>
        <p:nvSpPr>
          <p:cNvPr id="2" name="Body Level One…">
            <a:extLst>
              <a:ext uri="{FF2B5EF4-FFF2-40B4-BE49-F238E27FC236}">
                <a16:creationId xmlns:a16="http://schemas.microsoft.com/office/drawing/2014/main" id="{816793BD-AE95-1BE9-84F1-710E527D752F}"/>
              </a:ext>
            </a:extLst>
          </p:cNvPr>
          <p:cNvSpPr txBox="1">
            <a:spLocks noGrp="1"/>
          </p:cNvSpPr>
          <p:nvPr>
            <p:ph type="body" sz="quarter" idx="22" hasCustomPrompt="1"/>
          </p:nvPr>
        </p:nvSpPr>
        <p:spPr>
          <a:xfrm>
            <a:off x="603769" y="5581789"/>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accent2"/>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6" name="Title 1">
            <a:extLst>
              <a:ext uri="{FF2B5EF4-FFF2-40B4-BE49-F238E27FC236}">
                <a16:creationId xmlns:a16="http://schemas.microsoft.com/office/drawing/2014/main" id="{F2F65C9B-A5E2-CCBE-2973-02ADB0D80E6B}"/>
              </a:ext>
            </a:extLst>
          </p:cNvPr>
          <p:cNvSpPr>
            <a:spLocks noGrp="1"/>
          </p:cNvSpPr>
          <p:nvPr>
            <p:ph type="title" hasCustomPrompt="1"/>
          </p:nvPr>
        </p:nvSpPr>
        <p:spPr>
          <a:xfrm>
            <a:off x="603769" y="4609842"/>
            <a:ext cx="10661375" cy="962008"/>
          </a:xfrm>
          <a:prstGeom prst="rect">
            <a:avLst/>
          </a:prstGeom>
        </p:spPr>
        <p:txBody>
          <a:bodyPr/>
          <a:lstStyle>
            <a:lvl1pPr>
              <a:defRPr>
                <a:solidFill>
                  <a:schemeClr val="bg1"/>
                </a:solidFill>
              </a:defRPr>
            </a:lvl1pPr>
          </a:lstStyle>
          <a:p>
            <a:r>
              <a:rPr lang="en-US" noProof="0"/>
              <a:t>Edit title text</a:t>
            </a:r>
          </a:p>
        </p:txBody>
      </p:sp>
      <p:pic>
        <p:nvPicPr>
          <p:cNvPr id="3" name="Picture 2">
            <a:extLst>
              <a:ext uri="{FF2B5EF4-FFF2-40B4-BE49-F238E27FC236}">
                <a16:creationId xmlns:a16="http://schemas.microsoft.com/office/drawing/2014/main" id="{7A3C0BE9-C3A6-8A0C-EB5F-5069B42EC029}"/>
              </a:ext>
            </a:extLst>
          </p:cNvPr>
          <p:cNvPicPr>
            <a:picLocks noChangeAspect="1"/>
          </p:cNvPicPr>
          <p:nvPr userDrawn="1"/>
        </p:nvPicPr>
        <p:blipFill>
          <a:blip r:embed="rId2"/>
          <a:stretch>
            <a:fillRect/>
          </a:stretch>
        </p:blipFill>
        <p:spPr>
          <a:xfrm>
            <a:off x="11639640" y="6562553"/>
            <a:ext cx="430331" cy="209917"/>
          </a:xfrm>
          <a:prstGeom prst="rect">
            <a:avLst/>
          </a:prstGeom>
        </p:spPr>
      </p:pic>
      <p:sp>
        <p:nvSpPr>
          <p:cNvPr id="7" name="Slide Number Placeholder 5">
            <a:extLst>
              <a:ext uri="{FF2B5EF4-FFF2-40B4-BE49-F238E27FC236}">
                <a16:creationId xmlns:a16="http://schemas.microsoft.com/office/drawing/2014/main" id="{CCABB610-2A04-9B4A-9540-0587E1AE2F9F}"/>
              </a:ext>
            </a:extLst>
          </p:cNvPr>
          <p:cNvSpPr txBox="1">
            <a:spLocks/>
          </p:cNvSpPr>
          <p:nvPr userDrawn="1"/>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Montserrat" pitchFamily="2" charset="77"/>
              <a:ea typeface="+mn-ea"/>
              <a:cs typeface="Arial"/>
            </a:endParaRPr>
          </a:p>
        </p:txBody>
      </p:sp>
      <p:pic>
        <p:nvPicPr>
          <p:cNvPr id="13" name="Picture 12">
            <a:extLst>
              <a:ext uri="{FF2B5EF4-FFF2-40B4-BE49-F238E27FC236}">
                <a16:creationId xmlns:a16="http://schemas.microsoft.com/office/drawing/2014/main" id="{8A2ED007-D2C6-EDAF-FD4A-2276457070DD}"/>
              </a:ext>
            </a:extLst>
          </p:cNvPr>
          <p:cNvPicPr>
            <a:picLocks noChangeAspect="1"/>
          </p:cNvPicPr>
          <p:nvPr userDrawn="1"/>
        </p:nvPicPr>
        <p:blipFill>
          <a:blip r:embed="rId3"/>
          <a:stretch>
            <a:fillRect/>
          </a:stretch>
        </p:blipFill>
        <p:spPr>
          <a:xfrm>
            <a:off x="167916" y="6544088"/>
            <a:ext cx="1034025" cy="164592"/>
          </a:xfrm>
          <a:prstGeom prst="rect">
            <a:avLst/>
          </a:prstGeom>
        </p:spPr>
      </p:pic>
      <p:sp>
        <p:nvSpPr>
          <p:cNvPr id="4" name="Slide Number">
            <a:extLst>
              <a:ext uri="{FF2B5EF4-FFF2-40B4-BE49-F238E27FC236}">
                <a16:creationId xmlns:a16="http://schemas.microsoft.com/office/drawing/2014/main" id="{894B9F01-4852-10F9-BDD7-2E5FCF311331}"/>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263679193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hite Foote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0050578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9CD722DA-74CF-5F6A-84D7-4F527F42F4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7085"/>
            <a:ext cx="12252746" cy="6892170"/>
          </a:xfrm>
          <a:prstGeom prst="rect">
            <a:avLst/>
          </a:prstGeom>
        </p:spPr>
      </p:pic>
      <p:sp>
        <p:nvSpPr>
          <p:cNvPr id="6" name="AutoShape 3">
            <a:extLst>
              <a:ext uri="{FF2B5EF4-FFF2-40B4-BE49-F238E27FC236}">
                <a16:creationId xmlns:a16="http://schemas.microsoft.com/office/drawing/2014/main" id="{D7099534-AC09-93E7-CC88-963FBFEC2C42}"/>
              </a:ext>
            </a:extLst>
          </p:cNvPr>
          <p:cNvSpPr>
            <a:spLocks noChangeAspect="1" noChangeArrowheads="1" noTextEdit="1"/>
          </p:cNvSpPr>
          <p:nvPr userDrawn="1"/>
        </p:nvSpPr>
        <p:spPr bwMode="auto">
          <a:xfrm>
            <a:off x="-2776538" y="492125"/>
            <a:ext cx="11768138" cy="587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 Placeholder 15">
            <a:extLst>
              <a:ext uri="{FF2B5EF4-FFF2-40B4-BE49-F238E27FC236}">
                <a16:creationId xmlns:a16="http://schemas.microsoft.com/office/drawing/2014/main" id="{7A694D2E-5473-7AB0-0EC7-B48AE359344B}"/>
              </a:ext>
            </a:extLst>
          </p:cNvPr>
          <p:cNvSpPr>
            <a:spLocks noGrp="1"/>
          </p:cNvSpPr>
          <p:nvPr userDrawn="1">
            <p:ph type="body" sz="quarter" idx="10" hasCustomPrompt="1"/>
          </p:nvPr>
        </p:nvSpPr>
        <p:spPr>
          <a:xfrm>
            <a:off x="3887780" y="2773436"/>
            <a:ext cx="4214895" cy="1311128"/>
          </a:xfrm>
        </p:spPr>
        <p:txBody>
          <a:bodyPr anchor="ctr">
            <a:noAutofit/>
          </a:bodyPr>
          <a:lstStyle>
            <a:lvl1pPr marL="0" indent="0" algn="ctr">
              <a:buNone/>
              <a:defRPr kumimoji="0" lang="en-US" sz="4400" b="1" i="0" u="none" strike="noStrike" kern="0" cap="none" spc="0" normalizeH="0" baseline="0" dirty="0" smtClean="0">
                <a:ln>
                  <a:noFill/>
                </a:ln>
                <a:solidFill>
                  <a:schemeClr val="bg1"/>
                </a:solidFill>
                <a:effectLst/>
                <a:uLnTx/>
                <a:uFillTx/>
                <a:latin typeface="Montserrat" pitchFamily="2" charset="77"/>
                <a:ea typeface="Montserrat" pitchFamily="2" charset="77"/>
                <a:cs typeface="Montserrat"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Brand asset slide divider</a:t>
            </a:r>
          </a:p>
        </p:txBody>
      </p:sp>
      <p:sp>
        <p:nvSpPr>
          <p:cNvPr id="3" name="Slide Number">
            <a:extLst>
              <a:ext uri="{FF2B5EF4-FFF2-40B4-BE49-F238E27FC236}">
                <a16:creationId xmlns:a16="http://schemas.microsoft.com/office/drawing/2014/main" id="{91269A00-F4A4-1A42-7861-055C89AB8BFD}"/>
              </a:ext>
            </a:extLst>
          </p:cNvPr>
          <p:cNvSpPr txBox="1">
            <a:spLocks/>
          </p:cNvSpPr>
          <p:nvPr userDrawn="1"/>
        </p:nvSpPr>
        <p:spPr>
          <a:xfrm>
            <a:off x="129602"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11" name="Grafik 10" descr="Ein Bild, das Schrift, Grafiken, Grafikdesign, Logo enthält.&#10;&#10;KI-generierte Inhalte können fehlerhaft sein.">
            <a:extLst>
              <a:ext uri="{FF2B5EF4-FFF2-40B4-BE49-F238E27FC236}">
                <a16:creationId xmlns:a16="http://schemas.microsoft.com/office/drawing/2014/main" id="{C1098A03-E062-625F-4173-43BE37C6DAE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4144" y="6394467"/>
            <a:ext cx="1302512" cy="390753"/>
          </a:xfrm>
          <a:prstGeom prst="rect">
            <a:avLst/>
          </a:prstGeom>
        </p:spPr>
      </p:pic>
    </p:spTree>
    <p:extLst>
      <p:ext uri="{BB962C8B-B14F-4D97-AF65-F5344CB8AC3E}">
        <p14:creationId xmlns:p14="http://schemas.microsoft.com/office/powerpoint/2010/main" val="1236905232"/>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tx2"/>
        </a:solidFill>
        <a:effectLst/>
      </p:bgPr>
    </p:bg>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DDC37E05-F56E-9463-7EC1-5BC08F9B543A}"/>
              </a:ext>
            </a:extLst>
          </p:cNvPr>
          <p:cNvSpPr>
            <a:spLocks/>
          </p:cNvSpPr>
          <p:nvPr userDrawn="1"/>
        </p:nvSpPr>
        <p:spPr bwMode="auto">
          <a:xfrm>
            <a:off x="0" y="476250"/>
            <a:ext cx="8102675" cy="5889625"/>
          </a:xfrm>
          <a:custGeom>
            <a:avLst/>
            <a:gdLst>
              <a:gd name="T0" fmla="*/ 5225 w 6967"/>
              <a:gd name="T1" fmla="*/ 3483 h 3483"/>
              <a:gd name="T2" fmla="*/ 5225 w 6967"/>
              <a:gd name="T3" fmla="*/ 3483 h 3483"/>
              <a:gd name="T4" fmla="*/ 0 w 6967"/>
              <a:gd name="T5" fmla="*/ 3483 h 3483"/>
              <a:gd name="T6" fmla="*/ 0 w 6967"/>
              <a:gd name="T7" fmla="*/ 0 h 3483"/>
              <a:gd name="T8" fmla="*/ 5225 w 6967"/>
              <a:gd name="T9" fmla="*/ 0 h 3483"/>
              <a:gd name="T10" fmla="*/ 6967 w 6967"/>
              <a:gd name="T11" fmla="*/ 1741 h 3483"/>
              <a:gd name="T12" fmla="*/ 6967 w 6967"/>
              <a:gd name="T13" fmla="*/ 1741 h 3483"/>
              <a:gd name="T14" fmla="*/ 5225 w 6967"/>
              <a:gd name="T15" fmla="*/ 3483 h 3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67" h="3483">
                <a:moveTo>
                  <a:pt x="5225" y="3483"/>
                </a:moveTo>
                <a:lnTo>
                  <a:pt x="5225" y="3483"/>
                </a:lnTo>
                <a:lnTo>
                  <a:pt x="0" y="3483"/>
                </a:lnTo>
                <a:lnTo>
                  <a:pt x="0" y="0"/>
                </a:lnTo>
                <a:lnTo>
                  <a:pt x="5225" y="0"/>
                </a:lnTo>
                <a:cubicBezTo>
                  <a:pt x="6187" y="0"/>
                  <a:pt x="6967" y="779"/>
                  <a:pt x="6967" y="1741"/>
                </a:cubicBezTo>
                <a:lnTo>
                  <a:pt x="6967" y="1741"/>
                </a:lnTo>
                <a:cubicBezTo>
                  <a:pt x="6967" y="2703"/>
                  <a:pt x="6187" y="3483"/>
                  <a:pt x="5225" y="3483"/>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6">
            <a:extLst>
              <a:ext uri="{FF2B5EF4-FFF2-40B4-BE49-F238E27FC236}">
                <a16:creationId xmlns:a16="http://schemas.microsoft.com/office/drawing/2014/main" id="{4B3BECD9-F7DC-7859-23FB-372D911247A3}"/>
              </a:ext>
            </a:extLst>
          </p:cNvPr>
          <p:cNvSpPr>
            <a:spLocks/>
          </p:cNvSpPr>
          <p:nvPr userDrawn="1"/>
        </p:nvSpPr>
        <p:spPr bwMode="auto">
          <a:xfrm>
            <a:off x="3113087" y="476250"/>
            <a:ext cx="5892801" cy="5888038"/>
          </a:xfrm>
          <a:custGeom>
            <a:avLst/>
            <a:gdLst>
              <a:gd name="T0" fmla="*/ 3484 w 3484"/>
              <a:gd name="T1" fmla="*/ 1741 h 3482"/>
              <a:gd name="T2" fmla="*/ 3484 w 3484"/>
              <a:gd name="T3" fmla="*/ 1741 h 3482"/>
              <a:gd name="T4" fmla="*/ 1742 w 3484"/>
              <a:gd name="T5" fmla="*/ 3482 h 3482"/>
              <a:gd name="T6" fmla="*/ 0 w 3484"/>
              <a:gd name="T7" fmla="*/ 1741 h 3482"/>
              <a:gd name="T8" fmla="*/ 1742 w 3484"/>
              <a:gd name="T9" fmla="*/ 0 h 3482"/>
              <a:gd name="T10" fmla="*/ 3484 w 3484"/>
              <a:gd name="T11" fmla="*/ 1741 h 3482"/>
            </a:gdLst>
            <a:ahLst/>
            <a:cxnLst>
              <a:cxn ang="0">
                <a:pos x="T0" y="T1"/>
              </a:cxn>
              <a:cxn ang="0">
                <a:pos x="T2" y="T3"/>
              </a:cxn>
              <a:cxn ang="0">
                <a:pos x="T4" y="T5"/>
              </a:cxn>
              <a:cxn ang="0">
                <a:pos x="T6" y="T7"/>
              </a:cxn>
              <a:cxn ang="0">
                <a:pos x="T8" y="T9"/>
              </a:cxn>
              <a:cxn ang="0">
                <a:pos x="T10" y="T11"/>
              </a:cxn>
            </a:cxnLst>
            <a:rect l="0" t="0" r="r" b="b"/>
            <a:pathLst>
              <a:path w="3484" h="3482">
                <a:moveTo>
                  <a:pt x="3484" y="1741"/>
                </a:moveTo>
                <a:lnTo>
                  <a:pt x="3484" y="1741"/>
                </a:lnTo>
                <a:cubicBezTo>
                  <a:pt x="3484" y="2703"/>
                  <a:pt x="2704" y="3482"/>
                  <a:pt x="1742" y="3482"/>
                </a:cubicBezTo>
                <a:cubicBezTo>
                  <a:pt x="780" y="3482"/>
                  <a:pt x="0" y="2703"/>
                  <a:pt x="0" y="1741"/>
                </a:cubicBezTo>
                <a:cubicBezTo>
                  <a:pt x="0" y="779"/>
                  <a:pt x="780" y="0"/>
                  <a:pt x="1742" y="0"/>
                </a:cubicBezTo>
                <a:cubicBezTo>
                  <a:pt x="2704" y="0"/>
                  <a:pt x="3484" y="779"/>
                  <a:pt x="3484" y="174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ext Placeholder 15">
            <a:extLst>
              <a:ext uri="{FF2B5EF4-FFF2-40B4-BE49-F238E27FC236}">
                <a16:creationId xmlns:a16="http://schemas.microsoft.com/office/drawing/2014/main" id="{7A694D2E-5473-7AB0-0EC7-B48AE359344B}"/>
              </a:ext>
            </a:extLst>
          </p:cNvPr>
          <p:cNvSpPr>
            <a:spLocks noGrp="1"/>
          </p:cNvSpPr>
          <p:nvPr userDrawn="1">
            <p:ph type="body" sz="quarter" idx="10" hasCustomPrompt="1"/>
          </p:nvPr>
        </p:nvSpPr>
        <p:spPr>
          <a:xfrm>
            <a:off x="3887780" y="2773436"/>
            <a:ext cx="4214895" cy="1311128"/>
          </a:xfrm>
        </p:spPr>
        <p:txBody>
          <a:bodyPr anchor="ctr">
            <a:noAutofit/>
          </a:bodyPr>
          <a:lstStyle>
            <a:lvl1pPr marL="0" indent="0" algn="ctr">
              <a:buNone/>
              <a:defRPr kumimoji="0" lang="en-US" sz="4400" b="1" i="0" u="none" strike="noStrike" kern="0" cap="none" spc="0" normalizeH="0" baseline="0" dirty="0" smtClean="0">
                <a:ln>
                  <a:noFill/>
                </a:ln>
                <a:solidFill>
                  <a:schemeClr val="tx2"/>
                </a:solidFill>
                <a:effectLst/>
                <a:uLnTx/>
                <a:uFillTx/>
                <a:latin typeface="Montserrat" pitchFamily="2" charset="77"/>
                <a:ea typeface="Montserrat" pitchFamily="2" charset="77"/>
                <a:cs typeface="Montserrat"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Brand asset slide divider</a:t>
            </a:r>
          </a:p>
        </p:txBody>
      </p:sp>
      <p:sp>
        <p:nvSpPr>
          <p:cNvPr id="8" name="Slide Number">
            <a:extLst>
              <a:ext uri="{FF2B5EF4-FFF2-40B4-BE49-F238E27FC236}">
                <a16:creationId xmlns:a16="http://schemas.microsoft.com/office/drawing/2014/main" id="{17761110-E94E-FA33-54BF-A011A62D31A5}"/>
              </a:ext>
            </a:extLst>
          </p:cNvPr>
          <p:cNvSpPr txBox="1">
            <a:spLocks/>
          </p:cNvSpPr>
          <p:nvPr userDrawn="1"/>
        </p:nvSpPr>
        <p:spPr>
          <a:xfrm>
            <a:off x="105351" y="6574575"/>
            <a:ext cx="334021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9" name="Picture 8">
            <a:extLst>
              <a:ext uri="{FF2B5EF4-FFF2-40B4-BE49-F238E27FC236}">
                <a16:creationId xmlns:a16="http://schemas.microsoft.com/office/drawing/2014/main" id="{73B7A2F5-C1CA-6E99-EB26-875C8B400A83}"/>
              </a:ext>
            </a:extLst>
          </p:cNvPr>
          <p:cNvPicPr>
            <a:picLocks noChangeAspect="1"/>
          </p:cNvPicPr>
          <p:nvPr userDrawn="1"/>
        </p:nvPicPr>
        <p:blipFill>
          <a:blip r:embed="rId2"/>
          <a:stretch>
            <a:fillRect/>
          </a:stretch>
        </p:blipFill>
        <p:spPr>
          <a:xfrm>
            <a:off x="10924261" y="6544088"/>
            <a:ext cx="1034025" cy="164592"/>
          </a:xfrm>
          <a:prstGeom prst="rect">
            <a:avLst/>
          </a:prstGeom>
        </p:spPr>
      </p:pic>
    </p:spTree>
    <p:extLst>
      <p:ext uri="{BB962C8B-B14F-4D97-AF65-F5344CB8AC3E}">
        <p14:creationId xmlns:p14="http://schemas.microsoft.com/office/powerpoint/2010/main" val="1453850897"/>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12D0657-62A2-46EB-B9EA-23E37F2FD5BF}"/>
              </a:ext>
            </a:extLst>
          </p:cNvPr>
          <p:cNvSpPr/>
          <p:nvPr userDrawn="1"/>
        </p:nvSpPr>
        <p:spPr>
          <a:xfrm>
            <a:off x="5140008" y="3997089"/>
            <a:ext cx="1588897" cy="563231"/>
          </a:xfrm>
          <a:prstGeom prst="rect">
            <a:avLst/>
          </a:prstGeom>
        </p:spPr>
        <p:txBody>
          <a:bodyPr wrap="none">
            <a:spAutoFit/>
          </a:body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kumimoji="0" lang="en-US" sz="3400" b="0" i="0" u="none" strike="noStrike" kern="0" cap="none" spc="0" normalizeH="0" baseline="0" noProof="0">
                <a:ln>
                  <a:noFill/>
                </a:ln>
                <a:solidFill>
                  <a:schemeClr val="tx2"/>
                </a:solidFill>
                <a:effectLst/>
                <a:uLnTx/>
                <a:uFillTx/>
                <a:latin typeface="Arial Black"/>
                <a:ea typeface="+mn-ea"/>
                <a:cs typeface="+mn-cs"/>
                <a:sym typeface="Trebuchet MS"/>
              </a:rPr>
              <a:t>Break</a:t>
            </a:r>
          </a:p>
        </p:txBody>
      </p:sp>
      <p:sp>
        <p:nvSpPr>
          <p:cNvPr id="4" name="Freeform 3">
            <a:extLst>
              <a:ext uri="{FF2B5EF4-FFF2-40B4-BE49-F238E27FC236}">
                <a16:creationId xmlns:a16="http://schemas.microsoft.com/office/drawing/2014/main" id="{910D6C10-6DE7-1238-82A7-87B5EB1B5511}"/>
              </a:ext>
            </a:extLst>
          </p:cNvPr>
          <p:cNvSpPr/>
          <p:nvPr/>
        </p:nvSpPr>
        <p:spPr>
          <a:xfrm>
            <a:off x="5824884" y="3027486"/>
            <a:ext cx="848235" cy="745970"/>
          </a:xfrm>
          <a:custGeom>
            <a:avLst/>
            <a:gdLst>
              <a:gd name="connsiteX0" fmla="*/ 338970 w 848235"/>
              <a:gd name="connsiteY0" fmla="*/ -405 h 745970"/>
              <a:gd name="connsiteX1" fmla="*/ 617195 w 848235"/>
              <a:gd name="connsiteY1" fmla="*/ -405 h 745970"/>
              <a:gd name="connsiteX2" fmla="*/ 675679 w 848235"/>
              <a:gd name="connsiteY2" fmla="*/ 57506 h 745970"/>
              <a:gd name="connsiteX3" fmla="*/ 727589 w 848235"/>
              <a:gd name="connsiteY3" fmla="*/ 109894 h 745970"/>
              <a:gd name="connsiteX4" fmla="*/ 802837 w 848235"/>
              <a:gd name="connsiteY4" fmla="*/ 109894 h 745970"/>
              <a:gd name="connsiteX5" fmla="*/ 846652 w 848235"/>
              <a:gd name="connsiteY5" fmla="*/ 153899 h 745970"/>
              <a:gd name="connsiteX6" fmla="*/ 694252 w 848235"/>
              <a:gd name="connsiteY6" fmla="*/ 502609 h 745970"/>
              <a:gd name="connsiteX7" fmla="*/ 675202 w 848235"/>
              <a:gd name="connsiteY7" fmla="*/ 545281 h 745970"/>
              <a:gd name="connsiteX8" fmla="*/ 638149 w 848235"/>
              <a:gd name="connsiteY8" fmla="*/ 684346 h 745970"/>
              <a:gd name="connsiteX9" fmla="*/ 521468 w 848235"/>
              <a:gd name="connsiteY9" fmla="*/ 743306 h 745970"/>
              <a:gd name="connsiteX10" fmla="*/ 163138 w 848235"/>
              <a:gd name="connsiteY10" fmla="*/ 743877 h 745970"/>
              <a:gd name="connsiteX11" fmla="*/ -692 w 848235"/>
              <a:gd name="connsiteY11" fmla="*/ 572427 h 745970"/>
              <a:gd name="connsiteX12" fmla="*/ -692 w 848235"/>
              <a:gd name="connsiteY12" fmla="*/ 51124 h 745970"/>
              <a:gd name="connsiteX13" fmla="*/ 53314 w 848235"/>
              <a:gd name="connsiteY13" fmla="*/ -1073 h 745970"/>
              <a:gd name="connsiteX14" fmla="*/ 338970 w 848235"/>
              <a:gd name="connsiteY14" fmla="*/ -405 h 745970"/>
              <a:gd name="connsiteX15" fmla="*/ 83414 w 848235"/>
              <a:gd name="connsiteY15" fmla="*/ 344209 h 745970"/>
              <a:gd name="connsiteX16" fmla="*/ 83414 w 848235"/>
              <a:gd name="connsiteY16" fmla="*/ 569856 h 745970"/>
              <a:gd name="connsiteX17" fmla="*/ 176473 w 848235"/>
              <a:gd name="connsiteY17" fmla="*/ 662534 h 745970"/>
              <a:gd name="connsiteX18" fmla="*/ 497371 w 848235"/>
              <a:gd name="connsiteY18" fmla="*/ 662534 h 745970"/>
              <a:gd name="connsiteX19" fmla="*/ 592621 w 848235"/>
              <a:gd name="connsiteY19" fmla="*/ 568808 h 745970"/>
              <a:gd name="connsiteX20" fmla="*/ 593192 w 848235"/>
              <a:gd name="connsiteY20" fmla="*/ 102083 h 745970"/>
              <a:gd name="connsiteX21" fmla="*/ 571665 w 848235"/>
              <a:gd name="connsiteY21" fmla="*/ 81128 h 745970"/>
              <a:gd name="connsiteX22" fmla="*/ 104940 w 848235"/>
              <a:gd name="connsiteY22" fmla="*/ 81128 h 745970"/>
              <a:gd name="connsiteX23" fmla="*/ 82175 w 848235"/>
              <a:gd name="connsiteY23" fmla="*/ 105702 h 745970"/>
              <a:gd name="connsiteX24" fmla="*/ 83414 w 848235"/>
              <a:gd name="connsiteY24" fmla="*/ 344209 h 745970"/>
              <a:gd name="connsiteX25" fmla="*/ 675679 w 848235"/>
              <a:gd name="connsiteY25" fmla="*/ 401359 h 745970"/>
              <a:gd name="connsiteX26" fmla="*/ 754069 w 848235"/>
              <a:gd name="connsiteY26" fmla="*/ 243148 h 745970"/>
              <a:gd name="connsiteX27" fmla="*/ 713683 w 848235"/>
              <a:gd name="connsiteY27" fmla="*/ 193428 h 745970"/>
              <a:gd name="connsiteX28" fmla="*/ 691204 w 848235"/>
              <a:gd name="connsiteY28" fmla="*/ 193428 h 745970"/>
              <a:gd name="connsiteX29" fmla="*/ 675488 w 848235"/>
              <a:gd name="connsiteY29" fmla="*/ 209620 h 745970"/>
              <a:gd name="connsiteX30" fmla="*/ 675393 w 848235"/>
              <a:gd name="connsiteY30" fmla="*/ 401168 h 7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48235" h="745970">
                <a:moveTo>
                  <a:pt x="338970" y="-405"/>
                </a:moveTo>
                <a:lnTo>
                  <a:pt x="617195" y="-405"/>
                </a:lnTo>
                <a:cubicBezTo>
                  <a:pt x="662534" y="-405"/>
                  <a:pt x="675488" y="12644"/>
                  <a:pt x="675679" y="57506"/>
                </a:cubicBezTo>
                <a:cubicBezTo>
                  <a:pt x="675679" y="109894"/>
                  <a:pt x="675679" y="109894"/>
                  <a:pt x="727589" y="109894"/>
                </a:cubicBezTo>
                <a:cubicBezTo>
                  <a:pt x="752640" y="109894"/>
                  <a:pt x="777786" y="109322"/>
                  <a:pt x="802837" y="109894"/>
                </a:cubicBezTo>
                <a:cubicBezTo>
                  <a:pt x="830935" y="110941"/>
                  <a:pt x="846652" y="126467"/>
                  <a:pt x="846652" y="153899"/>
                </a:cubicBezTo>
                <a:cubicBezTo>
                  <a:pt x="846652" y="292298"/>
                  <a:pt x="797122" y="409550"/>
                  <a:pt x="694252" y="502609"/>
                </a:cubicBezTo>
                <a:cubicBezTo>
                  <a:pt x="681012" y="512611"/>
                  <a:pt x="673868" y="528708"/>
                  <a:pt x="675202" y="545281"/>
                </a:cubicBezTo>
                <a:cubicBezTo>
                  <a:pt x="677774" y="595383"/>
                  <a:pt x="672345" y="643389"/>
                  <a:pt x="638149" y="684346"/>
                </a:cubicBezTo>
                <a:cubicBezTo>
                  <a:pt x="607479" y="721208"/>
                  <a:pt x="568808" y="742734"/>
                  <a:pt x="521468" y="743306"/>
                </a:cubicBezTo>
                <a:cubicBezTo>
                  <a:pt x="402025" y="744831"/>
                  <a:pt x="282582" y="745688"/>
                  <a:pt x="163138" y="743877"/>
                </a:cubicBezTo>
                <a:cubicBezTo>
                  <a:pt x="65126" y="742449"/>
                  <a:pt x="260" y="675012"/>
                  <a:pt x="-692" y="572427"/>
                </a:cubicBezTo>
                <a:cubicBezTo>
                  <a:pt x="-2311" y="398691"/>
                  <a:pt x="-1359" y="224955"/>
                  <a:pt x="-692" y="51124"/>
                </a:cubicBezTo>
                <a:cubicBezTo>
                  <a:pt x="-692" y="13024"/>
                  <a:pt x="14262" y="-977"/>
                  <a:pt x="53314" y="-1073"/>
                </a:cubicBezTo>
                <a:cubicBezTo>
                  <a:pt x="148564" y="-596"/>
                  <a:pt x="243814" y="-405"/>
                  <a:pt x="338970" y="-405"/>
                </a:cubicBezTo>
                <a:close/>
                <a:moveTo>
                  <a:pt x="83414" y="344209"/>
                </a:moveTo>
                <a:cubicBezTo>
                  <a:pt x="83414" y="419456"/>
                  <a:pt x="83414" y="494704"/>
                  <a:pt x="83414" y="569856"/>
                </a:cubicBezTo>
                <a:cubicBezTo>
                  <a:pt x="83414" y="629673"/>
                  <a:pt x="116180" y="662344"/>
                  <a:pt x="176473" y="662534"/>
                </a:cubicBezTo>
                <a:cubicBezTo>
                  <a:pt x="283439" y="662534"/>
                  <a:pt x="390404" y="662534"/>
                  <a:pt x="497371" y="662534"/>
                </a:cubicBezTo>
                <a:cubicBezTo>
                  <a:pt x="559093" y="662534"/>
                  <a:pt x="592621" y="630245"/>
                  <a:pt x="592621" y="568808"/>
                </a:cubicBezTo>
                <a:cubicBezTo>
                  <a:pt x="593287" y="413360"/>
                  <a:pt x="592621" y="257913"/>
                  <a:pt x="593192" y="102083"/>
                </a:cubicBezTo>
                <a:cubicBezTo>
                  <a:pt x="593192" y="85414"/>
                  <a:pt x="587858" y="81128"/>
                  <a:pt x="571665" y="81128"/>
                </a:cubicBezTo>
                <a:cubicBezTo>
                  <a:pt x="416313" y="81700"/>
                  <a:pt x="260674" y="81700"/>
                  <a:pt x="104940" y="81128"/>
                </a:cubicBezTo>
                <a:cubicBezTo>
                  <a:pt x="84747" y="81128"/>
                  <a:pt x="81985" y="88367"/>
                  <a:pt x="82175" y="105702"/>
                </a:cubicBezTo>
                <a:cubicBezTo>
                  <a:pt x="83795" y="185426"/>
                  <a:pt x="83414" y="264866"/>
                  <a:pt x="83414" y="344209"/>
                </a:cubicBezTo>
                <a:close/>
                <a:moveTo>
                  <a:pt x="675679" y="401359"/>
                </a:moveTo>
                <a:cubicBezTo>
                  <a:pt x="714540" y="355924"/>
                  <a:pt x="741495" y="301537"/>
                  <a:pt x="754069" y="243148"/>
                </a:cubicBezTo>
                <a:cubicBezTo>
                  <a:pt x="765403" y="193524"/>
                  <a:pt x="765118" y="193428"/>
                  <a:pt x="713683" y="193428"/>
                </a:cubicBezTo>
                <a:cubicBezTo>
                  <a:pt x="706158" y="193428"/>
                  <a:pt x="698633" y="193428"/>
                  <a:pt x="691204" y="193428"/>
                </a:cubicBezTo>
                <a:cubicBezTo>
                  <a:pt x="679107" y="192570"/>
                  <a:pt x="675393" y="198000"/>
                  <a:pt x="675488" y="209620"/>
                </a:cubicBezTo>
                <a:cubicBezTo>
                  <a:pt x="675869" y="271057"/>
                  <a:pt x="675393" y="332779"/>
                  <a:pt x="675393" y="401168"/>
                </a:cubicBezTo>
                <a:close/>
              </a:path>
            </a:pathLst>
          </a:custGeom>
          <a:solidFill>
            <a:schemeClr val="accent1"/>
          </a:solidFill>
          <a:ln w="9525" cap="flat">
            <a:noFill/>
            <a:prstDash val="solid"/>
            <a:miter/>
          </a:ln>
        </p:spPr>
        <p:txBody>
          <a:bodyPr rtlCol="0" anchor="ctr"/>
          <a:lstStyle/>
          <a:p>
            <a:endParaRPr lang="en-US" noProof="0"/>
          </a:p>
        </p:txBody>
      </p:sp>
      <p:sp>
        <p:nvSpPr>
          <p:cNvPr id="5" name="Freeform 4">
            <a:extLst>
              <a:ext uri="{FF2B5EF4-FFF2-40B4-BE49-F238E27FC236}">
                <a16:creationId xmlns:a16="http://schemas.microsoft.com/office/drawing/2014/main" id="{C739672A-E0AC-D67A-16EC-9AAE3D2B3437}"/>
              </a:ext>
            </a:extLst>
          </p:cNvPr>
          <p:cNvSpPr/>
          <p:nvPr/>
        </p:nvSpPr>
        <p:spPr>
          <a:xfrm>
            <a:off x="5196189" y="2297656"/>
            <a:ext cx="960740" cy="1116619"/>
          </a:xfrm>
          <a:custGeom>
            <a:avLst/>
            <a:gdLst>
              <a:gd name="connsiteX0" fmla="*/ 539896 w 960740"/>
              <a:gd name="connsiteY0" fmla="*/ -953 h 1116619"/>
              <a:gd name="connsiteX1" fmla="*/ 941375 w 960740"/>
              <a:gd name="connsiteY1" fmla="*/ 146018 h 1116619"/>
              <a:gd name="connsiteX2" fmla="*/ 950042 w 960740"/>
              <a:gd name="connsiteY2" fmla="*/ 208311 h 1116619"/>
              <a:gd name="connsiteX3" fmla="*/ 883939 w 960740"/>
              <a:gd name="connsiteY3" fmla="*/ 207454 h 1116619"/>
              <a:gd name="connsiteX4" fmla="*/ 656673 w 960740"/>
              <a:gd name="connsiteY4" fmla="*/ 92106 h 1116619"/>
              <a:gd name="connsiteX5" fmla="*/ 89459 w 960740"/>
              <a:gd name="connsiteY5" fmla="*/ 485488 h 1116619"/>
              <a:gd name="connsiteX6" fmla="*/ 395688 w 960740"/>
              <a:gd name="connsiteY6" fmla="*/ 1008601 h 1116619"/>
              <a:gd name="connsiteX7" fmla="*/ 485128 w 960740"/>
              <a:gd name="connsiteY7" fmla="*/ 1031937 h 1116619"/>
              <a:gd name="connsiteX8" fmla="*/ 526752 w 960740"/>
              <a:gd name="connsiteY8" fmla="*/ 1083372 h 1116619"/>
              <a:gd name="connsiteX9" fmla="*/ 467792 w 960740"/>
              <a:gd name="connsiteY9" fmla="*/ 1113758 h 1116619"/>
              <a:gd name="connsiteX10" fmla="*/ 12211 w 960740"/>
              <a:gd name="connsiteY10" fmla="*/ 670845 h 1116619"/>
              <a:gd name="connsiteX11" fmla="*/ 138703 w 960740"/>
              <a:gd name="connsiteY11" fmla="*/ 192594 h 1116619"/>
              <a:gd name="connsiteX12" fmla="*/ 539896 w 960740"/>
              <a:gd name="connsiteY12" fmla="*/ -953 h 111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0740" h="1116619">
                <a:moveTo>
                  <a:pt x="539896" y="-953"/>
                </a:moveTo>
                <a:cubicBezTo>
                  <a:pt x="694582" y="-3811"/>
                  <a:pt x="827837" y="44577"/>
                  <a:pt x="941375" y="146018"/>
                </a:cubicBezTo>
                <a:cubicBezTo>
                  <a:pt x="961568" y="164019"/>
                  <a:pt x="964711" y="191071"/>
                  <a:pt x="950042" y="208311"/>
                </a:cubicBezTo>
                <a:cubicBezTo>
                  <a:pt x="932421" y="229076"/>
                  <a:pt x="908609" y="229362"/>
                  <a:pt x="883939" y="207454"/>
                </a:cubicBezTo>
                <a:cubicBezTo>
                  <a:pt x="819550" y="149827"/>
                  <a:pt x="741160" y="110109"/>
                  <a:pt x="656673" y="92106"/>
                </a:cubicBezTo>
                <a:cubicBezTo>
                  <a:pt x="395592" y="34956"/>
                  <a:pt x="128035" y="222218"/>
                  <a:pt x="89459" y="485488"/>
                </a:cubicBezTo>
                <a:cubicBezTo>
                  <a:pt x="55264" y="710279"/>
                  <a:pt x="182900" y="928401"/>
                  <a:pt x="395688" y="1008601"/>
                </a:cubicBezTo>
                <a:cubicBezTo>
                  <a:pt x="424739" y="1018983"/>
                  <a:pt x="454742" y="1026795"/>
                  <a:pt x="485128" y="1031937"/>
                </a:cubicBezTo>
                <a:cubicBezTo>
                  <a:pt x="516465" y="1037938"/>
                  <a:pt x="532085" y="1057846"/>
                  <a:pt x="526752" y="1083372"/>
                </a:cubicBezTo>
                <a:cubicBezTo>
                  <a:pt x="521417" y="1108900"/>
                  <a:pt x="499034" y="1120234"/>
                  <a:pt x="467792" y="1113758"/>
                </a:cubicBezTo>
                <a:cubicBezTo>
                  <a:pt x="221952" y="1062799"/>
                  <a:pt x="66409" y="914399"/>
                  <a:pt x="12211" y="670845"/>
                </a:cubicBezTo>
                <a:cubicBezTo>
                  <a:pt x="-27222" y="493585"/>
                  <a:pt x="18784" y="331088"/>
                  <a:pt x="138703" y="192594"/>
                </a:cubicBezTo>
                <a:cubicBezTo>
                  <a:pt x="244907" y="69912"/>
                  <a:pt x="381210" y="8000"/>
                  <a:pt x="539896" y="-953"/>
                </a:cubicBezTo>
                <a:close/>
              </a:path>
            </a:pathLst>
          </a:custGeom>
          <a:solidFill>
            <a:schemeClr val="accent1"/>
          </a:solidFill>
          <a:ln w="9525" cap="flat">
            <a:noFill/>
            <a:prstDash val="solid"/>
            <a:miter/>
          </a:ln>
        </p:spPr>
        <p:txBody>
          <a:bodyPr rtlCol="0" anchor="ctr"/>
          <a:lstStyle/>
          <a:p>
            <a:endParaRPr lang="en-US" noProof="0"/>
          </a:p>
        </p:txBody>
      </p:sp>
      <p:sp>
        <p:nvSpPr>
          <p:cNvPr id="6" name="Freeform 5">
            <a:extLst>
              <a:ext uri="{FF2B5EF4-FFF2-40B4-BE49-F238E27FC236}">
                <a16:creationId xmlns:a16="http://schemas.microsoft.com/office/drawing/2014/main" id="{974984E6-23A8-3C65-597F-8DBEBBCD4EC8}"/>
              </a:ext>
            </a:extLst>
          </p:cNvPr>
          <p:cNvSpPr/>
          <p:nvPr/>
        </p:nvSpPr>
        <p:spPr>
          <a:xfrm>
            <a:off x="5567553" y="2475673"/>
            <a:ext cx="233267" cy="425320"/>
          </a:xfrm>
          <a:custGeom>
            <a:avLst/>
            <a:gdLst>
              <a:gd name="connsiteX0" fmla="*/ 231684 w 233267"/>
              <a:gd name="connsiteY0" fmla="*/ 211841 h 425320"/>
              <a:gd name="connsiteX1" fmla="*/ 231684 w 233267"/>
              <a:gd name="connsiteY1" fmla="*/ 372241 h 425320"/>
              <a:gd name="connsiteX2" fmla="*/ 179772 w 233267"/>
              <a:gd name="connsiteY2" fmla="*/ 423963 h 425320"/>
              <a:gd name="connsiteX3" fmla="*/ 49470 w 233267"/>
              <a:gd name="connsiteY3" fmla="*/ 423963 h 425320"/>
              <a:gd name="connsiteX4" fmla="*/ -1584 w 233267"/>
              <a:gd name="connsiteY4" fmla="*/ 382528 h 425320"/>
              <a:gd name="connsiteX5" fmla="*/ 49280 w 233267"/>
              <a:gd name="connsiteY5" fmla="*/ 340904 h 425320"/>
              <a:gd name="connsiteX6" fmla="*/ 117002 w 233267"/>
              <a:gd name="connsiteY6" fmla="*/ 340904 h 425320"/>
              <a:gd name="connsiteX7" fmla="*/ 149197 w 233267"/>
              <a:gd name="connsiteY7" fmla="*/ 310138 h 425320"/>
              <a:gd name="connsiteX8" fmla="*/ 148531 w 233267"/>
              <a:gd name="connsiteY8" fmla="*/ 54488 h 425320"/>
              <a:gd name="connsiteX9" fmla="*/ 152626 w 233267"/>
              <a:gd name="connsiteY9" fmla="*/ 22579 h 425320"/>
              <a:gd name="connsiteX10" fmla="*/ 198346 w 233267"/>
              <a:gd name="connsiteY10" fmla="*/ 100 h 425320"/>
              <a:gd name="connsiteX11" fmla="*/ 231398 w 233267"/>
              <a:gd name="connsiteY11" fmla="*/ 41248 h 425320"/>
              <a:gd name="connsiteX12" fmla="*/ 231398 w 233267"/>
              <a:gd name="connsiteY12" fmla="*/ 211650 h 42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267" h="425320">
                <a:moveTo>
                  <a:pt x="231684" y="211841"/>
                </a:moveTo>
                <a:cubicBezTo>
                  <a:pt x="231684" y="265276"/>
                  <a:pt x="231684" y="318806"/>
                  <a:pt x="231684" y="372241"/>
                </a:cubicBezTo>
                <a:cubicBezTo>
                  <a:pt x="231684" y="409294"/>
                  <a:pt x="216919" y="423581"/>
                  <a:pt x="179772" y="423963"/>
                </a:cubicBezTo>
                <a:cubicBezTo>
                  <a:pt x="136338" y="424343"/>
                  <a:pt x="92904" y="424343"/>
                  <a:pt x="49470" y="423963"/>
                </a:cubicBezTo>
                <a:cubicBezTo>
                  <a:pt x="15751" y="423963"/>
                  <a:pt x="-1488" y="409294"/>
                  <a:pt x="-1584" y="382528"/>
                </a:cubicBezTo>
                <a:cubicBezTo>
                  <a:pt x="-1679" y="355763"/>
                  <a:pt x="14895" y="341476"/>
                  <a:pt x="49280" y="340904"/>
                </a:cubicBezTo>
                <a:cubicBezTo>
                  <a:pt x="71854" y="339666"/>
                  <a:pt x="94428" y="339666"/>
                  <a:pt x="117002" y="340904"/>
                </a:cubicBezTo>
                <a:cubicBezTo>
                  <a:pt x="141291" y="343096"/>
                  <a:pt x="149769" y="336809"/>
                  <a:pt x="149197" y="310138"/>
                </a:cubicBezTo>
                <a:cubicBezTo>
                  <a:pt x="147197" y="224985"/>
                  <a:pt x="148435" y="139736"/>
                  <a:pt x="148531" y="54488"/>
                </a:cubicBezTo>
                <a:cubicBezTo>
                  <a:pt x="147102" y="43724"/>
                  <a:pt x="148531" y="32675"/>
                  <a:pt x="152626" y="22579"/>
                </a:cubicBezTo>
                <a:cubicBezTo>
                  <a:pt x="162627" y="5052"/>
                  <a:pt x="177486" y="-4567"/>
                  <a:pt x="198346" y="100"/>
                </a:cubicBezTo>
                <a:cubicBezTo>
                  <a:pt x="218348" y="3148"/>
                  <a:pt x="232731" y="21055"/>
                  <a:pt x="231398" y="41248"/>
                </a:cubicBezTo>
                <a:cubicBezTo>
                  <a:pt x="231874" y="98398"/>
                  <a:pt x="231398" y="154881"/>
                  <a:pt x="231398" y="211650"/>
                </a:cubicBezTo>
                <a:close/>
              </a:path>
            </a:pathLst>
          </a:custGeom>
          <a:solidFill>
            <a:schemeClr val="accent1"/>
          </a:solidFill>
          <a:ln w="9525" cap="flat">
            <a:noFill/>
            <a:prstDash val="solid"/>
            <a:miter/>
          </a:ln>
        </p:spPr>
        <p:txBody>
          <a:bodyPr rtlCol="0" anchor="ctr"/>
          <a:lstStyle/>
          <a:p>
            <a:endParaRPr lang="en-US" noProof="0"/>
          </a:p>
        </p:txBody>
      </p:sp>
      <p:sp>
        <p:nvSpPr>
          <p:cNvPr id="7" name="Freeform 6">
            <a:extLst>
              <a:ext uri="{FF2B5EF4-FFF2-40B4-BE49-F238E27FC236}">
                <a16:creationId xmlns:a16="http://schemas.microsoft.com/office/drawing/2014/main" id="{6A706E7D-1BF6-BF09-FBEA-6B1E6C8497E8}"/>
              </a:ext>
            </a:extLst>
          </p:cNvPr>
          <p:cNvSpPr/>
          <p:nvPr/>
        </p:nvSpPr>
        <p:spPr>
          <a:xfrm>
            <a:off x="6121503" y="2680109"/>
            <a:ext cx="84760" cy="183546"/>
          </a:xfrm>
          <a:custGeom>
            <a:avLst/>
            <a:gdLst>
              <a:gd name="connsiteX0" fmla="*/ 82832 w 84760"/>
              <a:gd name="connsiteY0" fmla="*/ 92558 h 183546"/>
              <a:gd name="connsiteX1" fmla="*/ 82832 w 84760"/>
              <a:gd name="connsiteY1" fmla="*/ 137515 h 183546"/>
              <a:gd name="connsiteX2" fmla="*/ 41397 w 84760"/>
              <a:gd name="connsiteY2" fmla="*/ 182474 h 183546"/>
              <a:gd name="connsiteX3" fmla="*/ -227 w 84760"/>
              <a:gd name="connsiteY3" fmla="*/ 140850 h 183546"/>
              <a:gd name="connsiteX4" fmla="*/ -227 w 84760"/>
              <a:gd name="connsiteY4" fmla="*/ 41122 h 183546"/>
              <a:gd name="connsiteX5" fmla="*/ 40636 w 84760"/>
              <a:gd name="connsiteY5" fmla="*/ -1073 h 183546"/>
              <a:gd name="connsiteX6" fmla="*/ 43017 w 84760"/>
              <a:gd name="connsiteY6" fmla="*/ -1073 h 183546"/>
              <a:gd name="connsiteX7" fmla="*/ 82926 w 84760"/>
              <a:gd name="connsiteY7" fmla="*/ 45123 h 183546"/>
              <a:gd name="connsiteX8" fmla="*/ 82832 w 84760"/>
              <a:gd name="connsiteY8" fmla="*/ 92558 h 18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760" h="183546">
                <a:moveTo>
                  <a:pt x="82832" y="92558"/>
                </a:moveTo>
                <a:cubicBezTo>
                  <a:pt x="82832" y="107512"/>
                  <a:pt x="83593" y="122562"/>
                  <a:pt x="82832" y="137515"/>
                </a:cubicBezTo>
                <a:cubicBezTo>
                  <a:pt x="81212" y="163615"/>
                  <a:pt x="63782" y="182093"/>
                  <a:pt x="41397" y="182474"/>
                </a:cubicBezTo>
                <a:cubicBezTo>
                  <a:pt x="18443" y="182379"/>
                  <a:pt x="-132" y="163804"/>
                  <a:pt x="-227" y="140850"/>
                </a:cubicBezTo>
                <a:cubicBezTo>
                  <a:pt x="-2036" y="107608"/>
                  <a:pt x="-2036" y="74366"/>
                  <a:pt x="-227" y="41122"/>
                </a:cubicBezTo>
                <a:cubicBezTo>
                  <a:pt x="-607" y="18168"/>
                  <a:pt x="17680" y="-691"/>
                  <a:pt x="40636" y="-1073"/>
                </a:cubicBezTo>
                <a:cubicBezTo>
                  <a:pt x="41397" y="-1073"/>
                  <a:pt x="42255" y="-1073"/>
                  <a:pt x="43017" y="-1073"/>
                </a:cubicBezTo>
                <a:cubicBezTo>
                  <a:pt x="65972" y="452"/>
                  <a:pt x="81689" y="17977"/>
                  <a:pt x="82926" y="45123"/>
                </a:cubicBezTo>
                <a:cubicBezTo>
                  <a:pt x="83498" y="60935"/>
                  <a:pt x="82926" y="76747"/>
                  <a:pt x="82832" y="92558"/>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
        <p:nvSpPr>
          <p:cNvPr id="8" name="Freeform 7">
            <a:extLst>
              <a:ext uri="{FF2B5EF4-FFF2-40B4-BE49-F238E27FC236}">
                <a16:creationId xmlns:a16="http://schemas.microsoft.com/office/drawing/2014/main" id="{52F88CB5-53DA-ECED-F461-11B4A5BD739F}"/>
              </a:ext>
            </a:extLst>
          </p:cNvPr>
          <p:cNvSpPr/>
          <p:nvPr/>
        </p:nvSpPr>
        <p:spPr>
          <a:xfrm>
            <a:off x="6300037" y="2763358"/>
            <a:ext cx="83183" cy="182648"/>
          </a:xfrm>
          <a:custGeom>
            <a:avLst/>
            <a:gdLst>
              <a:gd name="connsiteX0" fmla="*/ 81176 w 83183"/>
              <a:gd name="connsiteY0" fmla="*/ 91034 h 182648"/>
              <a:gd name="connsiteX1" fmla="*/ 81176 w 83183"/>
              <a:gd name="connsiteY1" fmla="*/ 141041 h 182648"/>
              <a:gd name="connsiteX2" fmla="*/ 41838 w 83183"/>
              <a:gd name="connsiteY2" fmla="*/ 181522 h 182648"/>
              <a:gd name="connsiteX3" fmla="*/ -452 w 83183"/>
              <a:gd name="connsiteY3" fmla="*/ 143231 h 182648"/>
              <a:gd name="connsiteX4" fmla="*/ -548 w 83183"/>
              <a:gd name="connsiteY4" fmla="*/ 141136 h 182648"/>
              <a:gd name="connsiteX5" fmla="*/ -548 w 83183"/>
              <a:gd name="connsiteY5" fmla="*/ 38552 h 182648"/>
              <a:gd name="connsiteX6" fmla="*/ 40314 w 83183"/>
              <a:gd name="connsiteY6" fmla="*/ -1073 h 182648"/>
              <a:gd name="connsiteX7" fmla="*/ 80890 w 83183"/>
              <a:gd name="connsiteY7" fmla="*/ 38456 h 182648"/>
              <a:gd name="connsiteX8" fmla="*/ 80890 w 83183"/>
              <a:gd name="connsiteY8" fmla="*/ 91034 h 18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183" h="182648">
                <a:moveTo>
                  <a:pt x="81176" y="91034"/>
                </a:moveTo>
                <a:cubicBezTo>
                  <a:pt x="81176" y="107703"/>
                  <a:pt x="82129" y="124467"/>
                  <a:pt x="81176" y="141041"/>
                </a:cubicBezTo>
                <a:cubicBezTo>
                  <a:pt x="79461" y="165996"/>
                  <a:pt x="64126" y="180855"/>
                  <a:pt x="41838" y="181522"/>
                </a:cubicBezTo>
                <a:cubicBezTo>
                  <a:pt x="19550" y="182665"/>
                  <a:pt x="595" y="165424"/>
                  <a:pt x="-452" y="143231"/>
                </a:cubicBezTo>
                <a:cubicBezTo>
                  <a:pt x="-548" y="142469"/>
                  <a:pt x="-548" y="141802"/>
                  <a:pt x="-548" y="141136"/>
                </a:cubicBezTo>
                <a:cubicBezTo>
                  <a:pt x="-1881" y="106940"/>
                  <a:pt x="-1977" y="72651"/>
                  <a:pt x="-548" y="38552"/>
                </a:cubicBezTo>
                <a:cubicBezTo>
                  <a:pt x="309" y="16548"/>
                  <a:pt x="18312" y="-882"/>
                  <a:pt x="40314" y="-1073"/>
                </a:cubicBezTo>
                <a:cubicBezTo>
                  <a:pt x="62317" y="-1073"/>
                  <a:pt x="80320" y="16453"/>
                  <a:pt x="80890" y="38456"/>
                </a:cubicBezTo>
                <a:cubicBezTo>
                  <a:pt x="82319" y="55887"/>
                  <a:pt x="80890" y="73508"/>
                  <a:pt x="80890" y="91034"/>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
        <p:nvSpPr>
          <p:cNvPr id="10" name="Freeform 9">
            <a:extLst>
              <a:ext uri="{FF2B5EF4-FFF2-40B4-BE49-F238E27FC236}">
                <a16:creationId xmlns:a16="http://schemas.microsoft.com/office/drawing/2014/main" id="{E60B8EC0-692C-206D-E815-B75EB9763392}"/>
              </a:ext>
            </a:extLst>
          </p:cNvPr>
          <p:cNvSpPr/>
          <p:nvPr/>
        </p:nvSpPr>
        <p:spPr>
          <a:xfrm>
            <a:off x="5943875" y="2763167"/>
            <a:ext cx="83520" cy="182413"/>
          </a:xfrm>
          <a:custGeom>
            <a:avLst/>
            <a:gdLst>
              <a:gd name="connsiteX0" fmla="*/ -1288 w 83520"/>
              <a:gd name="connsiteY0" fmla="*/ 90653 h 182413"/>
              <a:gd name="connsiteX1" fmla="*/ -1288 w 83520"/>
              <a:gd name="connsiteY1" fmla="*/ 43028 h 182413"/>
              <a:gd name="connsiteX2" fmla="*/ 40622 w 83520"/>
              <a:gd name="connsiteY2" fmla="*/ -1073 h 182413"/>
              <a:gd name="connsiteX3" fmla="*/ 81008 w 83520"/>
              <a:gd name="connsiteY3" fmla="*/ 41314 h 182413"/>
              <a:gd name="connsiteX4" fmla="*/ 81008 w 83520"/>
              <a:gd name="connsiteY4" fmla="*/ 138945 h 182413"/>
              <a:gd name="connsiteX5" fmla="*/ 41004 w 83520"/>
              <a:gd name="connsiteY5" fmla="*/ 181331 h 182413"/>
              <a:gd name="connsiteX6" fmla="*/ -1288 w 83520"/>
              <a:gd name="connsiteY6" fmla="*/ 138183 h 182413"/>
              <a:gd name="connsiteX7" fmla="*/ -1288 w 83520"/>
              <a:gd name="connsiteY7" fmla="*/ 90653 h 18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520" h="182413">
                <a:moveTo>
                  <a:pt x="-1288" y="90653"/>
                </a:moveTo>
                <a:cubicBezTo>
                  <a:pt x="-1288" y="74841"/>
                  <a:pt x="-1954" y="58935"/>
                  <a:pt x="-1288" y="43028"/>
                </a:cubicBezTo>
                <a:cubicBezTo>
                  <a:pt x="46" y="16834"/>
                  <a:pt x="17762" y="-1073"/>
                  <a:pt x="40622" y="-1073"/>
                </a:cubicBezTo>
                <a:cubicBezTo>
                  <a:pt x="63483" y="-1073"/>
                  <a:pt x="79961" y="15120"/>
                  <a:pt x="81008" y="41314"/>
                </a:cubicBezTo>
                <a:cubicBezTo>
                  <a:pt x="82247" y="73794"/>
                  <a:pt x="82247" y="106465"/>
                  <a:pt x="81008" y="138945"/>
                </a:cubicBezTo>
                <a:cubicBezTo>
                  <a:pt x="80056" y="165519"/>
                  <a:pt x="64244" y="180855"/>
                  <a:pt x="41004" y="181331"/>
                </a:cubicBezTo>
                <a:cubicBezTo>
                  <a:pt x="17762" y="181808"/>
                  <a:pt x="141" y="164758"/>
                  <a:pt x="-1288" y="138183"/>
                </a:cubicBezTo>
                <a:cubicBezTo>
                  <a:pt x="-1954" y="122466"/>
                  <a:pt x="-1288" y="106560"/>
                  <a:pt x="-1288" y="90653"/>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Tree>
    <p:extLst>
      <p:ext uri="{BB962C8B-B14F-4D97-AF65-F5344CB8AC3E}">
        <p14:creationId xmlns:p14="http://schemas.microsoft.com/office/powerpoint/2010/main" val="3564535392"/>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Questions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E1F0B4-3A6E-4087-A0EF-BD9B155949A7}"/>
              </a:ext>
            </a:extLst>
          </p:cNvPr>
          <p:cNvSpPr/>
          <p:nvPr userDrawn="1"/>
        </p:nvSpPr>
        <p:spPr>
          <a:xfrm>
            <a:off x="4643878" y="4047095"/>
            <a:ext cx="2581156" cy="563231"/>
          </a:xfrm>
          <a:prstGeom prst="rect">
            <a:avLst/>
          </a:prstGeom>
        </p:spPr>
        <p:txBody>
          <a:bodyPr wrap="none">
            <a:spAutoFit/>
          </a:bodyPr>
          <a:lstStyle/>
          <a:p>
            <a:pPr marL="0" marR="0" lvl="0" indent="0" algn="ctr"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kumimoji="0" lang="en-US" sz="3400" b="0" i="0" u="none" strike="noStrike" kern="0" cap="none" spc="0" normalizeH="0" baseline="0" noProof="0">
                <a:ln>
                  <a:noFill/>
                </a:ln>
                <a:solidFill>
                  <a:schemeClr val="tx2"/>
                </a:solidFill>
                <a:effectLst/>
                <a:uLnTx/>
                <a:uFillTx/>
                <a:latin typeface="Arial Black"/>
                <a:ea typeface="+mn-ea"/>
                <a:cs typeface="+mn-cs"/>
                <a:sym typeface="Trebuchet MS"/>
              </a:rPr>
              <a:t>Questions</a:t>
            </a:r>
          </a:p>
        </p:txBody>
      </p:sp>
      <p:sp>
        <p:nvSpPr>
          <p:cNvPr id="5" name="Freeform 4">
            <a:extLst>
              <a:ext uri="{FF2B5EF4-FFF2-40B4-BE49-F238E27FC236}">
                <a16:creationId xmlns:a16="http://schemas.microsoft.com/office/drawing/2014/main" id="{27E11170-7B1F-3D1E-B130-6CCF4B380357}"/>
              </a:ext>
            </a:extLst>
          </p:cNvPr>
          <p:cNvSpPr/>
          <p:nvPr/>
        </p:nvSpPr>
        <p:spPr>
          <a:xfrm>
            <a:off x="6312163" y="2536971"/>
            <a:ext cx="115238" cy="127283"/>
          </a:xfrm>
          <a:custGeom>
            <a:avLst/>
            <a:gdLst>
              <a:gd name="connsiteX0" fmla="*/ 23251 w 115238"/>
              <a:gd name="connsiteY0" fmla="*/ 126222 h 127283"/>
              <a:gd name="connsiteX1" fmla="*/ -1809 w 115238"/>
              <a:gd name="connsiteY1" fmla="*/ 100860 h 127283"/>
              <a:gd name="connsiteX2" fmla="*/ 4079 w 115238"/>
              <a:gd name="connsiteY2" fmla="*/ 84782 h 127283"/>
              <a:gd name="connsiteX3" fmla="*/ 69068 w 115238"/>
              <a:gd name="connsiteY3" fmla="*/ 7867 h 127283"/>
              <a:gd name="connsiteX4" fmla="*/ 104469 w 115238"/>
              <a:gd name="connsiteY4" fmla="*/ 4848 h 127283"/>
              <a:gd name="connsiteX5" fmla="*/ 107488 w 115238"/>
              <a:gd name="connsiteY5" fmla="*/ 40324 h 127283"/>
              <a:gd name="connsiteX6" fmla="*/ 42574 w 115238"/>
              <a:gd name="connsiteY6" fmla="*/ 117314 h 127283"/>
              <a:gd name="connsiteX7" fmla="*/ 23251 w 115238"/>
              <a:gd name="connsiteY7" fmla="*/ 126222 h 12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38" h="127283">
                <a:moveTo>
                  <a:pt x="23251" y="126222"/>
                </a:moveTo>
                <a:cubicBezTo>
                  <a:pt x="9362" y="126146"/>
                  <a:pt x="-1884" y="114824"/>
                  <a:pt x="-1809" y="100860"/>
                </a:cubicBezTo>
                <a:cubicBezTo>
                  <a:pt x="-1809" y="94972"/>
                  <a:pt x="305" y="89311"/>
                  <a:pt x="4079" y="84782"/>
                </a:cubicBezTo>
                <a:lnTo>
                  <a:pt x="69068" y="7867"/>
                </a:lnTo>
                <a:cubicBezTo>
                  <a:pt x="78051" y="-2775"/>
                  <a:pt x="93902" y="-4059"/>
                  <a:pt x="104469" y="4848"/>
                </a:cubicBezTo>
                <a:cubicBezTo>
                  <a:pt x="115111" y="13830"/>
                  <a:pt x="116470" y="29681"/>
                  <a:pt x="107488" y="40324"/>
                </a:cubicBezTo>
                <a:lnTo>
                  <a:pt x="42574" y="117314"/>
                </a:lnTo>
                <a:cubicBezTo>
                  <a:pt x="37743" y="122975"/>
                  <a:pt x="30724" y="126222"/>
                  <a:pt x="23251" y="126222"/>
                </a:cubicBezTo>
                <a:close/>
              </a:path>
            </a:pathLst>
          </a:custGeom>
          <a:solidFill>
            <a:schemeClr val="accent2"/>
          </a:solidFill>
          <a:ln w="7520" cap="flat">
            <a:noFill/>
            <a:prstDash val="solid"/>
            <a:miter/>
          </a:ln>
        </p:spPr>
        <p:txBody>
          <a:bodyPr rtlCol="0" anchor="ctr"/>
          <a:lstStyle/>
          <a:p>
            <a:endParaRPr lang="en-US" noProof="0"/>
          </a:p>
        </p:txBody>
      </p:sp>
      <p:sp>
        <p:nvSpPr>
          <p:cNvPr id="6" name="Freeform 5">
            <a:extLst>
              <a:ext uri="{FF2B5EF4-FFF2-40B4-BE49-F238E27FC236}">
                <a16:creationId xmlns:a16="http://schemas.microsoft.com/office/drawing/2014/main" id="{B825208A-C006-FC45-C6D9-C8EE69935CCB}"/>
              </a:ext>
            </a:extLst>
          </p:cNvPr>
          <p:cNvSpPr/>
          <p:nvPr/>
        </p:nvSpPr>
        <p:spPr>
          <a:xfrm>
            <a:off x="6439122" y="2387011"/>
            <a:ext cx="114873" cy="126809"/>
          </a:xfrm>
          <a:custGeom>
            <a:avLst/>
            <a:gdLst>
              <a:gd name="connsiteX0" fmla="*/ 23326 w 114873"/>
              <a:gd name="connsiteY0" fmla="*/ 125747 h 126809"/>
              <a:gd name="connsiteX1" fmla="*/ -1809 w 114873"/>
              <a:gd name="connsiteY1" fmla="*/ 100461 h 126809"/>
              <a:gd name="connsiteX2" fmla="*/ 4078 w 114873"/>
              <a:gd name="connsiteY2" fmla="*/ 84308 h 126809"/>
              <a:gd name="connsiteX3" fmla="*/ 69068 w 114873"/>
              <a:gd name="connsiteY3" fmla="*/ 7318 h 126809"/>
              <a:gd name="connsiteX4" fmla="*/ 104695 w 114873"/>
              <a:gd name="connsiteY4" fmla="*/ 5355 h 126809"/>
              <a:gd name="connsiteX5" fmla="*/ 107563 w 114873"/>
              <a:gd name="connsiteY5" fmla="*/ 39850 h 126809"/>
              <a:gd name="connsiteX6" fmla="*/ 42574 w 114873"/>
              <a:gd name="connsiteY6" fmla="*/ 116765 h 126809"/>
              <a:gd name="connsiteX7" fmla="*/ 23326 w 114873"/>
              <a:gd name="connsiteY7" fmla="*/ 125747 h 12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873" h="126809">
                <a:moveTo>
                  <a:pt x="23326" y="125747"/>
                </a:moveTo>
                <a:cubicBezTo>
                  <a:pt x="9438" y="125747"/>
                  <a:pt x="-1884" y="114425"/>
                  <a:pt x="-1809" y="100461"/>
                </a:cubicBezTo>
                <a:cubicBezTo>
                  <a:pt x="-1809" y="94573"/>
                  <a:pt x="228" y="88838"/>
                  <a:pt x="4078" y="84308"/>
                </a:cubicBezTo>
                <a:lnTo>
                  <a:pt x="69068" y="7318"/>
                </a:lnTo>
                <a:cubicBezTo>
                  <a:pt x="78352" y="-3023"/>
                  <a:pt x="94278" y="-3929"/>
                  <a:pt x="104695" y="5355"/>
                </a:cubicBezTo>
                <a:cubicBezTo>
                  <a:pt x="114658" y="14262"/>
                  <a:pt x="115866" y="29433"/>
                  <a:pt x="107563" y="39850"/>
                </a:cubicBezTo>
                <a:lnTo>
                  <a:pt x="42574" y="116765"/>
                </a:lnTo>
                <a:cubicBezTo>
                  <a:pt x="37819" y="122426"/>
                  <a:pt x="30723" y="125747"/>
                  <a:pt x="23326" y="125747"/>
                </a:cubicBezTo>
                <a:close/>
              </a:path>
            </a:pathLst>
          </a:custGeom>
          <a:solidFill>
            <a:schemeClr val="accent2"/>
          </a:solidFill>
          <a:ln w="7520" cap="flat">
            <a:noFill/>
            <a:prstDash val="solid"/>
            <a:miter/>
          </a:ln>
        </p:spPr>
        <p:txBody>
          <a:bodyPr rtlCol="0" anchor="ctr"/>
          <a:lstStyle/>
          <a:p>
            <a:endParaRPr lang="en-US" noProof="0"/>
          </a:p>
        </p:txBody>
      </p:sp>
      <p:sp>
        <p:nvSpPr>
          <p:cNvPr id="7" name="Freeform 6">
            <a:extLst>
              <a:ext uri="{FF2B5EF4-FFF2-40B4-BE49-F238E27FC236}">
                <a16:creationId xmlns:a16="http://schemas.microsoft.com/office/drawing/2014/main" id="{9DBCA35B-592E-E338-E94C-9809ADD4388C}"/>
              </a:ext>
            </a:extLst>
          </p:cNvPr>
          <p:cNvSpPr/>
          <p:nvPr/>
        </p:nvSpPr>
        <p:spPr>
          <a:xfrm>
            <a:off x="6413836" y="2645351"/>
            <a:ext cx="138822" cy="100876"/>
          </a:xfrm>
          <a:custGeom>
            <a:avLst/>
            <a:gdLst>
              <a:gd name="connsiteX0" fmla="*/ 23402 w 138822"/>
              <a:gd name="connsiteY0" fmla="*/ 99814 h 100876"/>
              <a:gd name="connsiteX1" fmla="*/ -1809 w 138822"/>
              <a:gd name="connsiteY1" fmla="*/ 74604 h 100876"/>
              <a:gd name="connsiteX2" fmla="*/ 10872 w 138822"/>
              <a:gd name="connsiteY2" fmla="*/ 52714 h 100876"/>
              <a:gd name="connsiteX3" fmla="*/ 98354 w 138822"/>
              <a:gd name="connsiteY3" fmla="*/ 2821 h 100876"/>
              <a:gd name="connsiteX4" fmla="*/ 133151 w 138822"/>
              <a:gd name="connsiteY4" fmla="*/ 10671 h 100876"/>
              <a:gd name="connsiteX5" fmla="*/ 125226 w 138822"/>
              <a:gd name="connsiteY5" fmla="*/ 45468 h 100876"/>
              <a:gd name="connsiteX6" fmla="*/ 123263 w 138822"/>
              <a:gd name="connsiteY6" fmla="*/ 46600 h 100876"/>
              <a:gd name="connsiteX7" fmla="*/ 35781 w 138822"/>
              <a:gd name="connsiteY7" fmla="*/ 96493 h 100876"/>
              <a:gd name="connsiteX8" fmla="*/ 23402 w 138822"/>
              <a:gd name="connsiteY8" fmla="*/ 99814 h 10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22" h="100876">
                <a:moveTo>
                  <a:pt x="23402" y="99814"/>
                </a:moveTo>
                <a:cubicBezTo>
                  <a:pt x="9513" y="99814"/>
                  <a:pt x="-1809" y="88568"/>
                  <a:pt x="-1809" y="74604"/>
                </a:cubicBezTo>
                <a:cubicBezTo>
                  <a:pt x="-1809" y="65545"/>
                  <a:pt x="3022" y="57243"/>
                  <a:pt x="10872" y="52714"/>
                </a:cubicBezTo>
                <a:lnTo>
                  <a:pt x="98354" y="2821"/>
                </a:lnTo>
                <a:cubicBezTo>
                  <a:pt x="110130" y="-4576"/>
                  <a:pt x="125678" y="-1104"/>
                  <a:pt x="133151" y="10671"/>
                </a:cubicBezTo>
                <a:cubicBezTo>
                  <a:pt x="140549" y="22446"/>
                  <a:pt x="137001" y="38071"/>
                  <a:pt x="125226" y="45468"/>
                </a:cubicBezTo>
                <a:cubicBezTo>
                  <a:pt x="124622" y="45845"/>
                  <a:pt x="123943" y="46223"/>
                  <a:pt x="123263" y="46600"/>
                </a:cubicBezTo>
                <a:lnTo>
                  <a:pt x="35781" y="96493"/>
                </a:lnTo>
                <a:cubicBezTo>
                  <a:pt x="32007" y="98606"/>
                  <a:pt x="27780" y="99739"/>
                  <a:pt x="23402" y="99814"/>
                </a:cubicBezTo>
                <a:close/>
              </a:path>
            </a:pathLst>
          </a:custGeom>
          <a:solidFill>
            <a:schemeClr val="accent2"/>
          </a:solidFill>
          <a:ln w="7520" cap="flat">
            <a:noFill/>
            <a:prstDash val="solid"/>
            <a:miter/>
          </a:ln>
        </p:spPr>
        <p:txBody>
          <a:bodyPr rtlCol="0" anchor="ctr"/>
          <a:lstStyle/>
          <a:p>
            <a:endParaRPr lang="en-US" noProof="0"/>
          </a:p>
        </p:txBody>
      </p:sp>
      <p:sp>
        <p:nvSpPr>
          <p:cNvPr id="8" name="Freeform 7">
            <a:extLst>
              <a:ext uri="{FF2B5EF4-FFF2-40B4-BE49-F238E27FC236}">
                <a16:creationId xmlns:a16="http://schemas.microsoft.com/office/drawing/2014/main" id="{626520DA-589C-F39F-05E2-3E25B40B3EFA}"/>
              </a:ext>
            </a:extLst>
          </p:cNvPr>
          <p:cNvSpPr/>
          <p:nvPr/>
        </p:nvSpPr>
        <p:spPr>
          <a:xfrm>
            <a:off x="6584876" y="2548672"/>
            <a:ext cx="137410" cy="99959"/>
          </a:xfrm>
          <a:custGeom>
            <a:avLst/>
            <a:gdLst>
              <a:gd name="connsiteX0" fmla="*/ 23478 w 137410"/>
              <a:gd name="connsiteY0" fmla="*/ 98897 h 99959"/>
              <a:gd name="connsiteX1" fmla="*/ -1808 w 137410"/>
              <a:gd name="connsiteY1" fmla="*/ 73912 h 99959"/>
              <a:gd name="connsiteX2" fmla="*/ 10948 w 137410"/>
              <a:gd name="connsiteY2" fmla="*/ 51871 h 99959"/>
              <a:gd name="connsiteX3" fmla="*/ 98431 w 137410"/>
              <a:gd name="connsiteY3" fmla="*/ 1979 h 99959"/>
              <a:gd name="connsiteX4" fmla="*/ 132548 w 137410"/>
              <a:gd name="connsiteY4" fmla="*/ 12244 h 99959"/>
              <a:gd name="connsiteX5" fmla="*/ 123415 w 137410"/>
              <a:gd name="connsiteY5" fmla="*/ 45758 h 99959"/>
              <a:gd name="connsiteX6" fmla="*/ 35932 w 137410"/>
              <a:gd name="connsiteY6" fmla="*/ 95651 h 99959"/>
              <a:gd name="connsiteX7" fmla="*/ 23478 w 137410"/>
              <a:gd name="connsiteY7" fmla="*/ 98897 h 9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410" h="99959">
                <a:moveTo>
                  <a:pt x="23478" y="98897"/>
                </a:moveTo>
                <a:cubicBezTo>
                  <a:pt x="9589" y="98972"/>
                  <a:pt x="-1733" y="87801"/>
                  <a:pt x="-1808" y="73912"/>
                </a:cubicBezTo>
                <a:cubicBezTo>
                  <a:pt x="-1884" y="64779"/>
                  <a:pt x="3022" y="56325"/>
                  <a:pt x="10948" y="51871"/>
                </a:cubicBezTo>
                <a:lnTo>
                  <a:pt x="98431" y="1979"/>
                </a:lnTo>
                <a:cubicBezTo>
                  <a:pt x="110659" y="-4664"/>
                  <a:pt x="125982" y="-60"/>
                  <a:pt x="132548" y="12244"/>
                </a:cubicBezTo>
                <a:cubicBezTo>
                  <a:pt x="138964" y="24019"/>
                  <a:pt x="134963" y="38813"/>
                  <a:pt x="123415" y="45758"/>
                </a:cubicBezTo>
                <a:lnTo>
                  <a:pt x="35932" y="95651"/>
                </a:lnTo>
                <a:cubicBezTo>
                  <a:pt x="32158" y="97765"/>
                  <a:pt x="27856" y="98897"/>
                  <a:pt x="23478" y="98897"/>
                </a:cubicBezTo>
                <a:close/>
              </a:path>
            </a:pathLst>
          </a:custGeom>
          <a:solidFill>
            <a:schemeClr val="accent2"/>
          </a:solidFill>
          <a:ln w="7520" cap="flat">
            <a:noFill/>
            <a:prstDash val="solid"/>
            <a:miter/>
          </a:ln>
        </p:spPr>
        <p:txBody>
          <a:bodyPr rtlCol="0" anchor="ctr"/>
          <a:lstStyle/>
          <a:p>
            <a:endParaRPr lang="en-US" noProof="0"/>
          </a:p>
        </p:txBody>
      </p:sp>
      <p:sp>
        <p:nvSpPr>
          <p:cNvPr id="9" name="Freeform 8">
            <a:extLst>
              <a:ext uri="{FF2B5EF4-FFF2-40B4-BE49-F238E27FC236}">
                <a16:creationId xmlns:a16="http://schemas.microsoft.com/office/drawing/2014/main" id="{72D0E8A0-4184-364F-D00B-0AD7E20096E3}"/>
              </a:ext>
            </a:extLst>
          </p:cNvPr>
          <p:cNvSpPr/>
          <p:nvPr/>
        </p:nvSpPr>
        <p:spPr>
          <a:xfrm>
            <a:off x="6214264" y="2433540"/>
            <a:ext cx="84564" cy="144138"/>
          </a:xfrm>
          <a:custGeom>
            <a:avLst/>
            <a:gdLst>
              <a:gd name="connsiteX0" fmla="*/ 23401 w 84564"/>
              <a:gd name="connsiteY0" fmla="*/ 143076 h 144138"/>
              <a:gd name="connsiteX1" fmla="*/ -1809 w 84564"/>
              <a:gd name="connsiteY1" fmla="*/ 117714 h 144138"/>
              <a:gd name="connsiteX2" fmla="*/ -300 w 84564"/>
              <a:gd name="connsiteY2" fmla="*/ 109260 h 144138"/>
              <a:gd name="connsiteX3" fmla="*/ 34195 w 84564"/>
              <a:gd name="connsiteY3" fmla="*/ 14607 h 144138"/>
              <a:gd name="connsiteX4" fmla="*/ 67105 w 84564"/>
              <a:gd name="connsiteY4" fmla="*/ 794 h 144138"/>
              <a:gd name="connsiteX5" fmla="*/ 81522 w 84564"/>
              <a:gd name="connsiteY5" fmla="*/ 31892 h 144138"/>
              <a:gd name="connsiteX6" fmla="*/ 47027 w 84564"/>
              <a:gd name="connsiteY6" fmla="*/ 126469 h 144138"/>
              <a:gd name="connsiteX7" fmla="*/ 23401 w 84564"/>
              <a:gd name="connsiteY7" fmla="*/ 143076 h 14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564" h="144138">
                <a:moveTo>
                  <a:pt x="23401" y="143076"/>
                </a:moveTo>
                <a:cubicBezTo>
                  <a:pt x="9437" y="143000"/>
                  <a:pt x="-1809" y="131678"/>
                  <a:pt x="-1809" y="117714"/>
                </a:cubicBezTo>
                <a:cubicBezTo>
                  <a:pt x="-1734" y="114846"/>
                  <a:pt x="-1281" y="111978"/>
                  <a:pt x="-300" y="109260"/>
                </a:cubicBezTo>
                <a:lnTo>
                  <a:pt x="34195" y="14607"/>
                </a:lnTo>
                <a:cubicBezTo>
                  <a:pt x="39479" y="1700"/>
                  <a:pt x="54198" y="-4415"/>
                  <a:pt x="67105" y="794"/>
                </a:cubicBezTo>
                <a:cubicBezTo>
                  <a:pt x="79257" y="5851"/>
                  <a:pt x="85598" y="19362"/>
                  <a:pt x="81522" y="31892"/>
                </a:cubicBezTo>
                <a:lnTo>
                  <a:pt x="47027" y="126469"/>
                </a:lnTo>
                <a:cubicBezTo>
                  <a:pt x="43404" y="136434"/>
                  <a:pt x="33969" y="143076"/>
                  <a:pt x="23401" y="143076"/>
                </a:cubicBezTo>
                <a:close/>
              </a:path>
            </a:pathLst>
          </a:custGeom>
          <a:solidFill>
            <a:schemeClr val="accent2"/>
          </a:solidFill>
          <a:ln w="7520" cap="flat">
            <a:noFill/>
            <a:prstDash val="solid"/>
            <a:miter/>
          </a:ln>
        </p:spPr>
        <p:txBody>
          <a:bodyPr rtlCol="0" anchor="ctr"/>
          <a:lstStyle/>
          <a:p>
            <a:endParaRPr lang="en-US" noProof="0"/>
          </a:p>
        </p:txBody>
      </p:sp>
      <p:sp>
        <p:nvSpPr>
          <p:cNvPr id="10" name="Freeform 9">
            <a:extLst>
              <a:ext uri="{FF2B5EF4-FFF2-40B4-BE49-F238E27FC236}">
                <a16:creationId xmlns:a16="http://schemas.microsoft.com/office/drawing/2014/main" id="{3C2E31CC-F122-92AB-D688-5AE7DB07970A}"/>
              </a:ext>
            </a:extLst>
          </p:cNvPr>
          <p:cNvSpPr/>
          <p:nvPr/>
        </p:nvSpPr>
        <p:spPr>
          <a:xfrm>
            <a:off x="6281744" y="2247693"/>
            <a:ext cx="84859" cy="144981"/>
          </a:xfrm>
          <a:custGeom>
            <a:avLst/>
            <a:gdLst>
              <a:gd name="connsiteX0" fmla="*/ 23402 w 84859"/>
              <a:gd name="connsiteY0" fmla="*/ 143919 h 144981"/>
              <a:gd name="connsiteX1" fmla="*/ -1809 w 84859"/>
              <a:gd name="connsiteY1" fmla="*/ 118557 h 144981"/>
              <a:gd name="connsiteX2" fmla="*/ -299 w 84859"/>
              <a:gd name="connsiteY2" fmla="*/ 110104 h 144981"/>
              <a:gd name="connsiteX3" fmla="*/ 34271 w 84859"/>
              <a:gd name="connsiteY3" fmla="*/ 15450 h 144981"/>
              <a:gd name="connsiteX4" fmla="*/ 66577 w 84859"/>
              <a:gd name="connsiteY4" fmla="*/ 505 h 144981"/>
              <a:gd name="connsiteX5" fmla="*/ 81522 w 84859"/>
              <a:gd name="connsiteY5" fmla="*/ 32735 h 144981"/>
              <a:gd name="connsiteX6" fmla="*/ 47028 w 84859"/>
              <a:gd name="connsiteY6" fmla="*/ 127313 h 144981"/>
              <a:gd name="connsiteX7" fmla="*/ 23402 w 84859"/>
              <a:gd name="connsiteY7" fmla="*/ 143919 h 14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59" h="144981">
                <a:moveTo>
                  <a:pt x="23402" y="143919"/>
                </a:moveTo>
                <a:cubicBezTo>
                  <a:pt x="9438" y="143843"/>
                  <a:pt x="-1809" y="132521"/>
                  <a:pt x="-1809" y="118557"/>
                </a:cubicBezTo>
                <a:cubicBezTo>
                  <a:pt x="-1734" y="115689"/>
                  <a:pt x="-1280" y="112821"/>
                  <a:pt x="-299" y="110104"/>
                </a:cubicBezTo>
                <a:lnTo>
                  <a:pt x="34271" y="15450"/>
                </a:lnTo>
                <a:cubicBezTo>
                  <a:pt x="39026" y="2392"/>
                  <a:pt x="53519" y="-4326"/>
                  <a:pt x="66577" y="505"/>
                </a:cubicBezTo>
                <a:cubicBezTo>
                  <a:pt x="79560" y="5260"/>
                  <a:pt x="86278" y="19676"/>
                  <a:pt x="81522" y="32735"/>
                </a:cubicBezTo>
                <a:lnTo>
                  <a:pt x="47028" y="127313"/>
                </a:lnTo>
                <a:cubicBezTo>
                  <a:pt x="43405" y="137277"/>
                  <a:pt x="33970" y="143919"/>
                  <a:pt x="23402" y="143919"/>
                </a:cubicBezTo>
                <a:close/>
              </a:path>
            </a:pathLst>
          </a:custGeom>
          <a:solidFill>
            <a:schemeClr val="accent2"/>
          </a:solidFill>
          <a:ln w="7520" cap="flat">
            <a:noFill/>
            <a:prstDash val="solid"/>
            <a:miter/>
          </a:ln>
        </p:spPr>
        <p:txBody>
          <a:bodyPr rtlCol="0" anchor="ctr"/>
          <a:lstStyle/>
          <a:p>
            <a:endParaRPr lang="en-US" noProof="0"/>
          </a:p>
        </p:txBody>
      </p:sp>
      <p:sp>
        <p:nvSpPr>
          <p:cNvPr id="11" name="Freeform 10">
            <a:extLst>
              <a:ext uri="{FF2B5EF4-FFF2-40B4-BE49-F238E27FC236}">
                <a16:creationId xmlns:a16="http://schemas.microsoft.com/office/drawing/2014/main" id="{65AB4510-3016-50AB-9383-CC21BFB65144}"/>
              </a:ext>
            </a:extLst>
          </p:cNvPr>
          <p:cNvSpPr/>
          <p:nvPr/>
        </p:nvSpPr>
        <p:spPr>
          <a:xfrm>
            <a:off x="5145753" y="2637082"/>
            <a:ext cx="1207698" cy="1207925"/>
          </a:xfrm>
          <a:custGeom>
            <a:avLst/>
            <a:gdLst>
              <a:gd name="connsiteX0" fmla="*/ 884038 w 1207698"/>
              <a:gd name="connsiteY0" fmla="*/ 1206863 h 1207925"/>
              <a:gd name="connsiteX1" fmla="*/ 855582 w 1207698"/>
              <a:gd name="connsiteY1" fmla="*/ 1195087 h 1207925"/>
              <a:gd name="connsiteX2" fmla="*/ 620684 w 1207698"/>
              <a:gd name="connsiteY2" fmla="*/ 960265 h 1207925"/>
              <a:gd name="connsiteX3" fmla="*/ 179345 w 1207698"/>
              <a:gd name="connsiteY3" fmla="*/ 960265 h 1207925"/>
              <a:gd name="connsiteX4" fmla="*/ -1809 w 1207698"/>
              <a:gd name="connsiteY4" fmla="*/ 779111 h 1207925"/>
              <a:gd name="connsiteX5" fmla="*/ -1809 w 1207698"/>
              <a:gd name="connsiteY5" fmla="*/ 180093 h 1207925"/>
              <a:gd name="connsiteX6" fmla="*/ 179345 w 1207698"/>
              <a:gd name="connsiteY6" fmla="*/ -1062 h 1207925"/>
              <a:gd name="connsiteX7" fmla="*/ 1024734 w 1207698"/>
              <a:gd name="connsiteY7" fmla="*/ -1062 h 1207925"/>
              <a:gd name="connsiteX8" fmla="*/ 1205889 w 1207698"/>
              <a:gd name="connsiteY8" fmla="*/ 180093 h 1207925"/>
              <a:gd name="connsiteX9" fmla="*/ 1205889 w 1207698"/>
              <a:gd name="connsiteY9" fmla="*/ 779111 h 1207925"/>
              <a:gd name="connsiteX10" fmla="*/ 1024734 w 1207698"/>
              <a:gd name="connsiteY10" fmla="*/ 960265 h 1207925"/>
              <a:gd name="connsiteX11" fmla="*/ 924194 w 1207698"/>
              <a:gd name="connsiteY11" fmla="*/ 960265 h 1207925"/>
              <a:gd name="connsiteX12" fmla="*/ 924194 w 1207698"/>
              <a:gd name="connsiteY12" fmla="*/ 1166631 h 1207925"/>
              <a:gd name="connsiteX13" fmla="*/ 884113 w 1207698"/>
              <a:gd name="connsiteY13" fmla="*/ 1206863 h 1207925"/>
              <a:gd name="connsiteX14" fmla="*/ 883887 w 1207698"/>
              <a:gd name="connsiteY14" fmla="*/ 1206863 h 1207925"/>
              <a:gd name="connsiteX15" fmla="*/ 179345 w 1207698"/>
              <a:gd name="connsiteY15" fmla="*/ 79400 h 1207925"/>
              <a:gd name="connsiteX16" fmla="*/ 78654 w 1207698"/>
              <a:gd name="connsiteY16" fmla="*/ 180017 h 1207925"/>
              <a:gd name="connsiteX17" fmla="*/ 78654 w 1207698"/>
              <a:gd name="connsiteY17" fmla="*/ 779035 h 1207925"/>
              <a:gd name="connsiteX18" fmla="*/ 179345 w 1207698"/>
              <a:gd name="connsiteY18" fmla="*/ 879651 h 1207925"/>
              <a:gd name="connsiteX19" fmla="*/ 637365 w 1207698"/>
              <a:gd name="connsiteY19" fmla="*/ 879651 h 1207925"/>
              <a:gd name="connsiteX20" fmla="*/ 665898 w 1207698"/>
              <a:gd name="connsiteY20" fmla="*/ 891502 h 1207925"/>
              <a:gd name="connsiteX21" fmla="*/ 843731 w 1207698"/>
              <a:gd name="connsiteY21" fmla="*/ 1069335 h 1207925"/>
              <a:gd name="connsiteX22" fmla="*/ 843731 w 1207698"/>
              <a:gd name="connsiteY22" fmla="*/ 919959 h 1207925"/>
              <a:gd name="connsiteX23" fmla="*/ 884038 w 1207698"/>
              <a:gd name="connsiteY23" fmla="*/ 879651 h 1207925"/>
              <a:gd name="connsiteX24" fmla="*/ 1024961 w 1207698"/>
              <a:gd name="connsiteY24" fmla="*/ 879651 h 1207925"/>
              <a:gd name="connsiteX25" fmla="*/ 1125653 w 1207698"/>
              <a:gd name="connsiteY25" fmla="*/ 779035 h 1207925"/>
              <a:gd name="connsiteX26" fmla="*/ 1125653 w 1207698"/>
              <a:gd name="connsiteY26" fmla="*/ 180017 h 1207925"/>
              <a:gd name="connsiteX27" fmla="*/ 1024961 w 1207698"/>
              <a:gd name="connsiteY27" fmla="*/ 79400 h 120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7698" h="1207925">
                <a:moveTo>
                  <a:pt x="884038" y="1206863"/>
                </a:moveTo>
                <a:cubicBezTo>
                  <a:pt x="873395" y="1206937"/>
                  <a:pt x="863130" y="1202635"/>
                  <a:pt x="855582" y="1195087"/>
                </a:cubicBezTo>
                <a:lnTo>
                  <a:pt x="620684" y="960265"/>
                </a:lnTo>
                <a:lnTo>
                  <a:pt x="179345" y="960265"/>
                </a:lnTo>
                <a:cubicBezTo>
                  <a:pt x="79333" y="960265"/>
                  <a:pt x="-1809" y="879123"/>
                  <a:pt x="-1809" y="779111"/>
                </a:cubicBezTo>
                <a:lnTo>
                  <a:pt x="-1809" y="180093"/>
                </a:lnTo>
                <a:cubicBezTo>
                  <a:pt x="-1809" y="80080"/>
                  <a:pt x="79333" y="-1062"/>
                  <a:pt x="179345" y="-1062"/>
                </a:cubicBezTo>
                <a:lnTo>
                  <a:pt x="1024734" y="-1062"/>
                </a:lnTo>
                <a:cubicBezTo>
                  <a:pt x="1124747" y="-1062"/>
                  <a:pt x="1205889" y="80080"/>
                  <a:pt x="1205889" y="180093"/>
                </a:cubicBezTo>
                <a:lnTo>
                  <a:pt x="1205889" y="779111"/>
                </a:lnTo>
                <a:cubicBezTo>
                  <a:pt x="1205889" y="879123"/>
                  <a:pt x="1124747" y="960265"/>
                  <a:pt x="1024734" y="960265"/>
                </a:cubicBezTo>
                <a:lnTo>
                  <a:pt x="924194" y="960265"/>
                </a:lnTo>
                <a:lnTo>
                  <a:pt x="924194" y="1166631"/>
                </a:lnTo>
                <a:cubicBezTo>
                  <a:pt x="924269" y="1188823"/>
                  <a:pt x="906305" y="1206787"/>
                  <a:pt x="884113" y="1206863"/>
                </a:cubicBezTo>
                <a:cubicBezTo>
                  <a:pt x="884038" y="1206863"/>
                  <a:pt x="883963" y="1206863"/>
                  <a:pt x="883887" y="1206863"/>
                </a:cubicBezTo>
                <a:close/>
                <a:moveTo>
                  <a:pt x="179345" y="79400"/>
                </a:moveTo>
                <a:cubicBezTo>
                  <a:pt x="123791" y="79476"/>
                  <a:pt x="78729" y="124463"/>
                  <a:pt x="78654" y="180017"/>
                </a:cubicBezTo>
                <a:lnTo>
                  <a:pt x="78654" y="779035"/>
                </a:lnTo>
                <a:cubicBezTo>
                  <a:pt x="78729" y="834589"/>
                  <a:pt x="123791" y="879576"/>
                  <a:pt x="179345" y="879651"/>
                </a:cubicBezTo>
                <a:lnTo>
                  <a:pt x="637365" y="879651"/>
                </a:lnTo>
                <a:cubicBezTo>
                  <a:pt x="648084" y="879651"/>
                  <a:pt x="658349" y="883954"/>
                  <a:pt x="665898" y="891502"/>
                </a:cubicBezTo>
                <a:lnTo>
                  <a:pt x="843731" y="1069335"/>
                </a:lnTo>
                <a:lnTo>
                  <a:pt x="843731" y="919959"/>
                </a:lnTo>
                <a:cubicBezTo>
                  <a:pt x="843731" y="897691"/>
                  <a:pt x="861771" y="879651"/>
                  <a:pt x="884038" y="879651"/>
                </a:cubicBezTo>
                <a:lnTo>
                  <a:pt x="1024961" y="879651"/>
                </a:lnTo>
                <a:cubicBezTo>
                  <a:pt x="1080515" y="879576"/>
                  <a:pt x="1125578" y="834589"/>
                  <a:pt x="1125653" y="779035"/>
                </a:cubicBezTo>
                <a:lnTo>
                  <a:pt x="1125653" y="180017"/>
                </a:lnTo>
                <a:cubicBezTo>
                  <a:pt x="1125578" y="124463"/>
                  <a:pt x="1080515" y="79476"/>
                  <a:pt x="1024961" y="79400"/>
                </a:cubicBezTo>
                <a:close/>
              </a:path>
            </a:pathLst>
          </a:custGeom>
          <a:solidFill>
            <a:schemeClr val="accent1"/>
          </a:solidFill>
          <a:ln w="7520" cap="flat">
            <a:noFill/>
            <a:prstDash val="solid"/>
            <a:miter/>
          </a:ln>
        </p:spPr>
        <p:txBody>
          <a:bodyPr rtlCol="0" anchor="ctr"/>
          <a:lstStyle/>
          <a:p>
            <a:endParaRPr lang="en-US" noProof="0"/>
          </a:p>
        </p:txBody>
      </p:sp>
      <p:sp>
        <p:nvSpPr>
          <p:cNvPr id="12" name="Freeform 11">
            <a:extLst>
              <a:ext uri="{FF2B5EF4-FFF2-40B4-BE49-F238E27FC236}">
                <a16:creationId xmlns:a16="http://schemas.microsoft.com/office/drawing/2014/main" id="{3B734877-7958-32BB-0FDA-FDE2306E59C6}"/>
              </a:ext>
            </a:extLst>
          </p:cNvPr>
          <p:cNvSpPr/>
          <p:nvPr/>
        </p:nvSpPr>
        <p:spPr>
          <a:xfrm>
            <a:off x="5566032" y="2834937"/>
            <a:ext cx="375323" cy="568508"/>
          </a:xfrm>
          <a:custGeom>
            <a:avLst/>
            <a:gdLst>
              <a:gd name="connsiteX0" fmla="*/ -1809 w 375323"/>
              <a:gd name="connsiteY0" fmla="*/ 155693 h 568508"/>
              <a:gd name="connsiteX1" fmla="*/ 20835 w 375323"/>
              <a:gd name="connsiteY1" fmla="*/ 83383 h 568508"/>
              <a:gd name="connsiteX2" fmla="*/ 87636 w 375323"/>
              <a:gd name="connsiteY2" fmla="*/ 22998 h 568508"/>
              <a:gd name="connsiteX3" fmla="*/ 190214 w 375323"/>
              <a:gd name="connsiteY3" fmla="*/ -1006 h 568508"/>
              <a:gd name="connsiteX4" fmla="*/ 286378 w 375323"/>
              <a:gd name="connsiteY4" fmla="*/ 19073 h 568508"/>
              <a:gd name="connsiteX5" fmla="*/ 350838 w 375323"/>
              <a:gd name="connsiteY5" fmla="*/ 73721 h 568508"/>
              <a:gd name="connsiteX6" fmla="*/ 373483 w 375323"/>
              <a:gd name="connsiteY6" fmla="*/ 149202 h 568508"/>
              <a:gd name="connsiteX7" fmla="*/ 360500 w 375323"/>
              <a:gd name="connsiteY7" fmla="*/ 205209 h 568508"/>
              <a:gd name="connsiteX8" fmla="*/ 329704 w 375323"/>
              <a:gd name="connsiteY8" fmla="*/ 246723 h 568508"/>
              <a:gd name="connsiteX9" fmla="*/ 265621 w 375323"/>
              <a:gd name="connsiteY9" fmla="*/ 305523 h 568508"/>
              <a:gd name="connsiteX10" fmla="*/ 245165 w 375323"/>
              <a:gd name="connsiteY10" fmla="*/ 325978 h 568508"/>
              <a:gd name="connsiteX11" fmla="*/ 233692 w 375323"/>
              <a:gd name="connsiteY11" fmla="*/ 342131 h 568508"/>
              <a:gd name="connsiteX12" fmla="*/ 227880 w 375323"/>
              <a:gd name="connsiteY12" fmla="*/ 356775 h 568508"/>
              <a:gd name="connsiteX13" fmla="*/ 221690 w 375323"/>
              <a:gd name="connsiteY13" fmla="*/ 382515 h 568508"/>
              <a:gd name="connsiteX14" fmla="*/ 177005 w 375323"/>
              <a:gd name="connsiteY14" fmla="*/ 421613 h 568508"/>
              <a:gd name="connsiteX15" fmla="*/ 144095 w 375323"/>
              <a:gd name="connsiteY15" fmla="*/ 408782 h 568508"/>
              <a:gd name="connsiteX16" fmla="*/ 130811 w 375323"/>
              <a:gd name="connsiteY16" fmla="*/ 371041 h 568508"/>
              <a:gd name="connsiteX17" fmla="*/ 140548 w 375323"/>
              <a:gd name="connsiteY17" fmla="*/ 316393 h 568508"/>
              <a:gd name="connsiteX18" fmla="*/ 166514 w 375323"/>
              <a:gd name="connsiteY18" fmla="*/ 275784 h 568508"/>
              <a:gd name="connsiteX19" fmla="*/ 210066 w 375323"/>
              <a:gd name="connsiteY19" fmla="*/ 234270 h 568508"/>
              <a:gd name="connsiteX20" fmla="*/ 244788 w 375323"/>
              <a:gd name="connsiteY20" fmla="*/ 202567 h 568508"/>
              <a:gd name="connsiteX21" fmla="*/ 262828 w 375323"/>
              <a:gd name="connsiteY21" fmla="*/ 178716 h 568508"/>
              <a:gd name="connsiteX22" fmla="*/ 270376 w 375323"/>
              <a:gd name="connsiteY22" fmla="*/ 150108 h 568508"/>
              <a:gd name="connsiteX23" fmla="*/ 247732 w 375323"/>
              <a:gd name="connsiteY23" fmla="*/ 99385 h 568508"/>
              <a:gd name="connsiteX24" fmla="*/ 190064 w 375323"/>
              <a:gd name="connsiteY24" fmla="*/ 78778 h 568508"/>
              <a:gd name="connsiteX25" fmla="*/ 129226 w 375323"/>
              <a:gd name="connsiteY25" fmla="*/ 99611 h 568508"/>
              <a:gd name="connsiteX26" fmla="*/ 96165 w 375323"/>
              <a:gd name="connsiteY26" fmla="*/ 161052 h 568508"/>
              <a:gd name="connsiteX27" fmla="*/ 47707 w 375323"/>
              <a:gd name="connsiteY27" fmla="*/ 203473 h 568508"/>
              <a:gd name="connsiteX28" fmla="*/ 12230 w 375323"/>
              <a:gd name="connsiteY28" fmla="*/ 188376 h 568508"/>
              <a:gd name="connsiteX29" fmla="*/ -1809 w 375323"/>
              <a:gd name="connsiteY29" fmla="*/ 155693 h 568508"/>
              <a:gd name="connsiteX30" fmla="*/ 181535 w 375323"/>
              <a:gd name="connsiteY30" fmla="*/ 567443 h 568508"/>
              <a:gd name="connsiteX31" fmla="*/ 141529 w 375323"/>
              <a:gd name="connsiteY31" fmla="*/ 552347 h 568508"/>
              <a:gd name="connsiteX32" fmla="*/ 124395 w 375323"/>
              <a:gd name="connsiteY32" fmla="*/ 510833 h 568508"/>
              <a:gd name="connsiteX33" fmla="*/ 140926 w 375323"/>
              <a:gd name="connsiteY33" fmla="*/ 471054 h 568508"/>
              <a:gd name="connsiteX34" fmla="*/ 181535 w 375323"/>
              <a:gd name="connsiteY34" fmla="*/ 454901 h 568508"/>
              <a:gd name="connsiteX35" fmla="*/ 237466 w 375323"/>
              <a:gd name="connsiteY35" fmla="*/ 509322 h 568508"/>
              <a:gd name="connsiteX36" fmla="*/ 237466 w 375323"/>
              <a:gd name="connsiteY36" fmla="*/ 510833 h 568508"/>
              <a:gd name="connsiteX37" fmla="*/ 220558 w 375323"/>
              <a:gd name="connsiteY37" fmla="*/ 552196 h 568508"/>
              <a:gd name="connsiteX38" fmla="*/ 181232 w 375323"/>
              <a:gd name="connsiteY38" fmla="*/ 567443 h 56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75323" h="568508">
                <a:moveTo>
                  <a:pt x="-1809" y="155693"/>
                </a:moveTo>
                <a:cubicBezTo>
                  <a:pt x="-1281" y="129954"/>
                  <a:pt x="6569" y="104819"/>
                  <a:pt x="20835" y="83383"/>
                </a:cubicBezTo>
                <a:cubicBezTo>
                  <a:pt x="37516" y="57795"/>
                  <a:pt x="60538" y="37037"/>
                  <a:pt x="87636" y="22998"/>
                </a:cubicBezTo>
                <a:cubicBezTo>
                  <a:pt x="119263" y="6467"/>
                  <a:pt x="154512" y="-1836"/>
                  <a:pt x="190214" y="-1006"/>
                </a:cubicBezTo>
                <a:cubicBezTo>
                  <a:pt x="223351" y="-1685"/>
                  <a:pt x="256260" y="5184"/>
                  <a:pt x="286378" y="19073"/>
                </a:cubicBezTo>
                <a:cubicBezTo>
                  <a:pt x="312494" y="30998"/>
                  <a:pt x="334761" y="49944"/>
                  <a:pt x="350838" y="73721"/>
                </a:cubicBezTo>
                <a:cubicBezTo>
                  <a:pt x="365784" y="96063"/>
                  <a:pt x="373634" y="122330"/>
                  <a:pt x="373483" y="149202"/>
                </a:cubicBezTo>
                <a:cubicBezTo>
                  <a:pt x="373936" y="168676"/>
                  <a:pt x="369482" y="187924"/>
                  <a:pt x="360500" y="205209"/>
                </a:cubicBezTo>
                <a:cubicBezTo>
                  <a:pt x="352424" y="220531"/>
                  <a:pt x="342008" y="234571"/>
                  <a:pt x="329704" y="246723"/>
                </a:cubicBezTo>
                <a:cubicBezTo>
                  <a:pt x="317778" y="258348"/>
                  <a:pt x="296492" y="277972"/>
                  <a:pt x="265621" y="305523"/>
                </a:cubicBezTo>
                <a:cubicBezTo>
                  <a:pt x="258450" y="311939"/>
                  <a:pt x="251581" y="318808"/>
                  <a:pt x="245165" y="325978"/>
                </a:cubicBezTo>
                <a:cubicBezTo>
                  <a:pt x="240712" y="330885"/>
                  <a:pt x="236862" y="336319"/>
                  <a:pt x="233692" y="342131"/>
                </a:cubicBezTo>
                <a:cubicBezTo>
                  <a:pt x="231277" y="346811"/>
                  <a:pt x="229314" y="351718"/>
                  <a:pt x="227880" y="356775"/>
                </a:cubicBezTo>
                <a:cubicBezTo>
                  <a:pt x="226521" y="361682"/>
                  <a:pt x="224483" y="370286"/>
                  <a:pt x="221690" y="382515"/>
                </a:cubicBezTo>
                <a:cubicBezTo>
                  <a:pt x="216935" y="408555"/>
                  <a:pt x="202065" y="421538"/>
                  <a:pt x="177005" y="421613"/>
                </a:cubicBezTo>
                <a:cubicBezTo>
                  <a:pt x="164777" y="421916"/>
                  <a:pt x="152927" y="417311"/>
                  <a:pt x="144095" y="408782"/>
                </a:cubicBezTo>
                <a:cubicBezTo>
                  <a:pt x="134660" y="398591"/>
                  <a:pt x="129829" y="384930"/>
                  <a:pt x="130811" y="371041"/>
                </a:cubicBezTo>
                <a:cubicBezTo>
                  <a:pt x="130358" y="352322"/>
                  <a:pt x="133679" y="333753"/>
                  <a:pt x="140548" y="316393"/>
                </a:cubicBezTo>
                <a:cubicBezTo>
                  <a:pt x="146738" y="301447"/>
                  <a:pt x="155569" y="287710"/>
                  <a:pt x="166514" y="275784"/>
                </a:cubicBezTo>
                <a:cubicBezTo>
                  <a:pt x="180327" y="261216"/>
                  <a:pt x="194895" y="247403"/>
                  <a:pt x="210066" y="234270"/>
                </a:cubicBezTo>
                <a:cubicBezTo>
                  <a:pt x="226068" y="220230"/>
                  <a:pt x="237692" y="209663"/>
                  <a:pt x="244788" y="202567"/>
                </a:cubicBezTo>
                <a:cubicBezTo>
                  <a:pt x="251883" y="195472"/>
                  <a:pt x="257922" y="187471"/>
                  <a:pt x="262828" y="178716"/>
                </a:cubicBezTo>
                <a:cubicBezTo>
                  <a:pt x="267809" y="170035"/>
                  <a:pt x="270376" y="160147"/>
                  <a:pt x="270376" y="150108"/>
                </a:cubicBezTo>
                <a:cubicBezTo>
                  <a:pt x="270602" y="130709"/>
                  <a:pt x="262299" y="112216"/>
                  <a:pt x="247732" y="99385"/>
                </a:cubicBezTo>
                <a:cubicBezTo>
                  <a:pt x="231880" y="85270"/>
                  <a:pt x="211198" y="77872"/>
                  <a:pt x="190064" y="78778"/>
                </a:cubicBezTo>
                <a:cubicBezTo>
                  <a:pt x="162513" y="78778"/>
                  <a:pt x="142208" y="85722"/>
                  <a:pt x="129226" y="99611"/>
                </a:cubicBezTo>
                <a:cubicBezTo>
                  <a:pt x="113979" y="117500"/>
                  <a:pt x="102656" y="138483"/>
                  <a:pt x="96165" y="161052"/>
                </a:cubicBezTo>
                <a:cubicBezTo>
                  <a:pt x="87636" y="189358"/>
                  <a:pt x="71483" y="203548"/>
                  <a:pt x="47707" y="203473"/>
                </a:cubicBezTo>
                <a:cubicBezTo>
                  <a:pt x="34271" y="203699"/>
                  <a:pt x="21363" y="198189"/>
                  <a:pt x="12230" y="188376"/>
                </a:cubicBezTo>
                <a:cubicBezTo>
                  <a:pt x="3324" y="179847"/>
                  <a:pt x="-1809" y="168072"/>
                  <a:pt x="-1809" y="155693"/>
                </a:cubicBezTo>
                <a:close/>
                <a:moveTo>
                  <a:pt x="181535" y="567443"/>
                </a:moveTo>
                <a:cubicBezTo>
                  <a:pt x="166815" y="567594"/>
                  <a:pt x="152549" y="562159"/>
                  <a:pt x="141529" y="552347"/>
                </a:cubicBezTo>
                <a:cubicBezTo>
                  <a:pt x="129829" y="541780"/>
                  <a:pt x="123565" y="526532"/>
                  <a:pt x="124395" y="510833"/>
                </a:cubicBezTo>
                <a:cubicBezTo>
                  <a:pt x="124094" y="495811"/>
                  <a:pt x="130056" y="481395"/>
                  <a:pt x="140926" y="471054"/>
                </a:cubicBezTo>
                <a:cubicBezTo>
                  <a:pt x="151719" y="460335"/>
                  <a:pt x="166363" y="454523"/>
                  <a:pt x="181535" y="454901"/>
                </a:cubicBezTo>
                <a:cubicBezTo>
                  <a:pt x="212028" y="454447"/>
                  <a:pt x="237013" y="478828"/>
                  <a:pt x="237466" y="509322"/>
                </a:cubicBezTo>
                <a:cubicBezTo>
                  <a:pt x="237466" y="509851"/>
                  <a:pt x="237466" y="510304"/>
                  <a:pt x="237466" y="510833"/>
                </a:cubicBezTo>
                <a:cubicBezTo>
                  <a:pt x="238221" y="526457"/>
                  <a:pt x="232031" y="541553"/>
                  <a:pt x="220558" y="552196"/>
                </a:cubicBezTo>
                <a:cubicBezTo>
                  <a:pt x="209840" y="562084"/>
                  <a:pt x="195801" y="567518"/>
                  <a:pt x="181232" y="567443"/>
                </a:cubicBezTo>
                <a:close/>
              </a:path>
            </a:pathLst>
          </a:custGeom>
          <a:solidFill>
            <a:schemeClr val="accent2"/>
          </a:solidFill>
          <a:ln w="7520" cap="flat">
            <a:noFill/>
            <a:prstDash val="solid"/>
            <a:miter/>
          </a:ln>
        </p:spPr>
        <p:txBody>
          <a:bodyPr rtlCol="0" anchor="ctr"/>
          <a:lstStyle/>
          <a:p>
            <a:endParaRPr lang="en-US" noProof="0"/>
          </a:p>
        </p:txBody>
      </p:sp>
    </p:spTree>
    <p:extLst>
      <p:ext uri="{BB962C8B-B14F-4D97-AF65-F5344CB8AC3E}">
        <p14:creationId xmlns:p14="http://schemas.microsoft.com/office/powerpoint/2010/main" val="292410543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ext with Callout on Right">
    <p:bg>
      <p:bgPr>
        <a:solidFill>
          <a:schemeClr val="tx2"/>
        </a:solidFill>
        <a:effectLst/>
      </p:bgPr>
    </p:bg>
    <p:spTree>
      <p:nvGrpSpPr>
        <p:cNvPr id="1" name=""/>
        <p:cNvGrpSpPr/>
        <p:nvPr/>
      </p:nvGrpSpPr>
      <p:grpSpPr>
        <a:xfrm>
          <a:off x="0" y="0"/>
          <a:ext cx="0" cy="0"/>
          <a:chOff x="0" y="0"/>
          <a:chExt cx="0" cy="0"/>
        </a:xfrm>
      </p:grpSpPr>
      <p:sp>
        <p:nvSpPr>
          <p:cNvPr id="3" name="Rectangle">
            <a:extLst>
              <a:ext uri="{FF2B5EF4-FFF2-40B4-BE49-F238E27FC236}">
                <a16:creationId xmlns:a16="http://schemas.microsoft.com/office/drawing/2014/main" id="{FCF6EB00-C9C9-E5ED-96CE-B4698CCA9855}"/>
              </a:ext>
            </a:extLst>
          </p:cNvPr>
          <p:cNvSpPr>
            <a:spLocks noGrp="1" noRot="1" noMove="1" noResize="1" noEditPoints="1" noAdjustHandles="1" noChangeArrowheads="1" noChangeShapeType="1"/>
          </p:cNvSpPr>
          <p:nvPr userDrawn="1"/>
        </p:nvSpPr>
        <p:spPr>
          <a:xfrm flipH="1">
            <a:off x="0" y="0"/>
            <a:ext cx="7513437" cy="6858000"/>
          </a:xfrm>
          <a:prstGeom prst="rect">
            <a:avLst/>
          </a:prstGeom>
          <a:solidFill>
            <a:schemeClr val="bg1"/>
          </a:solidFill>
          <a:ln w="3175">
            <a:miter lim="400000"/>
          </a:ln>
        </p:spPr>
        <p:txBody>
          <a:bodyPr lIns="38100" tIns="38100" rIns="38100" bIns="38100" anchor="ctr">
            <a:noAutofit/>
          </a:bodyPr>
          <a:lstStyle/>
          <a:p>
            <a:pPr marL="0" marR="0" lvl="0" indent="0" algn="l" defTabSz="619125" rtl="0" eaLnBrk="1" fontAlgn="auto" latinLnBrk="0" hangingPunct="0">
              <a:lnSpc>
                <a:spcPts val="5000"/>
              </a:lnSpc>
              <a:spcBef>
                <a:spcPts val="0"/>
              </a:spcBef>
              <a:spcAft>
                <a:spcPts val="0"/>
              </a:spcAft>
              <a:buClrTx/>
              <a:buSzTx/>
              <a:buFontTx/>
              <a:buNone/>
              <a:tabLst/>
              <a:defRPr sz="4800" b="1" spc="-144"/>
            </a:pPr>
            <a:endParaRPr kumimoji="0" lang="en-US" sz="2400" b="1" i="0" u="none" strike="noStrike" kern="0" cap="none" spc="-72" normalizeH="0" baseline="0" noProof="0">
              <a:ln>
                <a:noFill/>
              </a:ln>
              <a:solidFill>
                <a:srgbClr val="000000"/>
              </a:solidFill>
              <a:effectLst/>
              <a:uLnTx/>
              <a:uFillTx/>
              <a:latin typeface="Helvetica"/>
              <a:ea typeface="+mn-ea"/>
              <a:cs typeface="Helvetica"/>
              <a:sym typeface="Helvetica"/>
            </a:endParaRPr>
          </a:p>
        </p:txBody>
      </p:sp>
      <p:sp>
        <p:nvSpPr>
          <p:cNvPr id="4" name="Title 5">
            <a:extLst>
              <a:ext uri="{FF2B5EF4-FFF2-40B4-BE49-F238E27FC236}">
                <a16:creationId xmlns:a16="http://schemas.microsoft.com/office/drawing/2014/main" id="{87C62496-5A27-9057-4D77-CD57C18CACA7}"/>
              </a:ext>
            </a:extLst>
          </p:cNvPr>
          <p:cNvSpPr>
            <a:spLocks noGrp="1"/>
          </p:cNvSpPr>
          <p:nvPr>
            <p:ph type="title" hasCustomPrompt="1"/>
          </p:nvPr>
        </p:nvSpPr>
        <p:spPr>
          <a:xfrm>
            <a:off x="442913" y="517032"/>
            <a:ext cx="6354495" cy="962008"/>
          </a:xfrm>
          <a:prstGeom prst="rect">
            <a:avLst/>
          </a:prstGeom>
        </p:spPr>
        <p:txBody>
          <a:bodyPr>
            <a:noAutofit/>
          </a:bodyPr>
          <a:lstStyle>
            <a:lvl1pPr>
              <a:defRPr>
                <a:solidFill>
                  <a:schemeClr val="tx2"/>
                </a:solidFill>
              </a:defRPr>
            </a:lvl1pPr>
          </a:lstStyle>
          <a:p>
            <a:r>
              <a:rPr lang="en-US" noProof="0"/>
              <a:t>Click to edit master title style</a:t>
            </a:r>
          </a:p>
        </p:txBody>
      </p:sp>
      <p:sp>
        <p:nvSpPr>
          <p:cNvPr id="5" name="Body Level One…">
            <a:extLst>
              <a:ext uri="{FF2B5EF4-FFF2-40B4-BE49-F238E27FC236}">
                <a16:creationId xmlns:a16="http://schemas.microsoft.com/office/drawing/2014/main" id="{60DCE953-5969-A44F-9130-B8CF01BA3632}"/>
              </a:ext>
            </a:extLst>
          </p:cNvPr>
          <p:cNvSpPr txBox="1">
            <a:spLocks noGrp="1"/>
          </p:cNvSpPr>
          <p:nvPr>
            <p:ph type="body" sz="half" idx="37" hasCustomPrompt="1"/>
          </p:nvPr>
        </p:nvSpPr>
        <p:spPr>
          <a:xfrm>
            <a:off x="8185532" y="1664208"/>
            <a:ext cx="3316077" cy="4337207"/>
          </a:xfrm>
          <a:prstGeom prst="rect">
            <a:avLst/>
          </a:prstGeom>
        </p:spPr>
        <p:txBody>
          <a:bodyPr lIns="91440" tIns="45720" rIns="91440" bIns="45720" anchor="t">
            <a:noAutofit/>
          </a:bodyPr>
          <a:lstStyle>
            <a:lvl1pPr marL="0" indent="0" algn="l">
              <a:lnSpc>
                <a:spcPct val="110000"/>
              </a:lnSpc>
              <a:buSzTx/>
              <a:buFont typeface="Arial" panose="020B0604020202020204" pitchFamily="34" charset="0"/>
              <a:buNone/>
              <a:defRPr sz="1800">
                <a:solidFill>
                  <a:schemeClr val="bg1"/>
                </a:solidFill>
              </a:defRPr>
            </a:lvl1pPr>
            <a:lvl2pPr marL="406400" indent="0" algn="l">
              <a:lnSpc>
                <a:spcPct val="120000"/>
              </a:lnSpc>
              <a:buFontTx/>
              <a:buNone/>
              <a:defRPr sz="1600"/>
            </a:lvl2pPr>
            <a:lvl3pPr marL="812800" indent="0" algn="l">
              <a:lnSpc>
                <a:spcPct val="120000"/>
              </a:lnSpc>
              <a:buFontTx/>
              <a:buNone/>
              <a:defRPr sz="1600"/>
            </a:lvl3pPr>
            <a:lvl4pPr marL="1217612" indent="0" algn="l">
              <a:lnSpc>
                <a:spcPct val="120000"/>
              </a:lnSpc>
              <a:buFontTx/>
              <a:buNone/>
              <a:defRPr sz="1600"/>
            </a:lvl4pPr>
            <a:lvl5pPr marL="1624009" indent="0" algn="l">
              <a:lnSpc>
                <a:spcPct val="120000"/>
              </a:lnSpc>
              <a:buFont typeface="Arial" panose="020B0604020202020204" pitchFamily="34" charset="0"/>
              <a:buNone/>
              <a:defRPr sz="1600"/>
            </a:lvl5pPr>
          </a:lstStyle>
          <a:p>
            <a:pPr lvl="0"/>
            <a:r>
              <a:rPr lang="en-US" noProof="0"/>
              <a:t>Click to edit master text styles</a:t>
            </a:r>
          </a:p>
        </p:txBody>
      </p:sp>
      <p:sp>
        <p:nvSpPr>
          <p:cNvPr id="6" name="Body Level One…">
            <a:extLst>
              <a:ext uri="{FF2B5EF4-FFF2-40B4-BE49-F238E27FC236}">
                <a16:creationId xmlns:a16="http://schemas.microsoft.com/office/drawing/2014/main" id="{402FA6A8-198F-6862-3A15-B39865696340}"/>
              </a:ext>
            </a:extLst>
          </p:cNvPr>
          <p:cNvSpPr txBox="1">
            <a:spLocks noGrp="1"/>
          </p:cNvSpPr>
          <p:nvPr>
            <p:ph type="body" sz="quarter" idx="22" hasCustomPrompt="1"/>
          </p:nvPr>
        </p:nvSpPr>
        <p:spPr>
          <a:xfrm>
            <a:off x="442913" y="1488979"/>
            <a:ext cx="6354494" cy="341633"/>
          </a:xfrm>
          <a:prstGeom prst="rect">
            <a:avLst/>
          </a:prstGeom>
        </p:spPr>
        <p:txBody>
          <a:bodyPr wrap="square"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7" name="Text Placeholder 3">
            <a:extLst>
              <a:ext uri="{FF2B5EF4-FFF2-40B4-BE49-F238E27FC236}">
                <a16:creationId xmlns:a16="http://schemas.microsoft.com/office/drawing/2014/main" id="{023B3FF9-B62D-D51C-3C32-630BD4964E85}"/>
              </a:ext>
            </a:extLst>
          </p:cNvPr>
          <p:cNvSpPr>
            <a:spLocks noGrp="1"/>
          </p:cNvSpPr>
          <p:nvPr>
            <p:ph type="body" sz="quarter" idx="38" hasCustomPrompt="1"/>
          </p:nvPr>
        </p:nvSpPr>
        <p:spPr>
          <a:xfrm>
            <a:off x="442912" y="1997842"/>
            <a:ext cx="6354493" cy="433720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feld 7">
            <a:extLst>
              <a:ext uri="{FF2B5EF4-FFF2-40B4-BE49-F238E27FC236}">
                <a16:creationId xmlns:a16="http://schemas.microsoft.com/office/drawing/2014/main" id="{97EF7F7B-5C1E-4391-827F-2360ECA9002D}"/>
              </a:ext>
            </a:extLst>
          </p:cNvPr>
          <p:cNvSpPr txBox="1"/>
          <p:nvPr userDrawn="1"/>
        </p:nvSpPr>
        <p:spPr>
          <a:xfrm>
            <a:off x="8068235" y="591671"/>
            <a:ext cx="0" cy="0"/>
          </a:xfrm>
          <a:prstGeom prst="rect">
            <a:avLst/>
          </a:prstGeom>
          <a:noFill/>
          <a:ln>
            <a:noFill/>
          </a:ln>
        </p:spPr>
        <p:txBody>
          <a:bodyPr wrap="none" rtlCol="0">
            <a:noAutofit/>
          </a:bodyPr>
          <a:lstStyle/>
          <a:p>
            <a:pPr algn="l" defTabSz="228600">
              <a:lnSpc>
                <a:spcPct val="90000"/>
              </a:lnSpc>
              <a:spcBef>
                <a:spcPts val="600"/>
              </a:spcBef>
              <a:buSzPct val="100000"/>
            </a:pPr>
            <a:endParaRPr lang="en-US" sz="1400" kern="0" noProof="0">
              <a:solidFill>
                <a:schemeClr val="tx2"/>
              </a:solidFill>
              <a:sym typeface="Trebuchet MS"/>
            </a:endParaRPr>
          </a:p>
        </p:txBody>
      </p:sp>
      <p:pic>
        <p:nvPicPr>
          <p:cNvPr id="2" name="Picture 1">
            <a:extLst>
              <a:ext uri="{FF2B5EF4-FFF2-40B4-BE49-F238E27FC236}">
                <a16:creationId xmlns:a16="http://schemas.microsoft.com/office/drawing/2014/main" id="{2EC5227F-D915-B08D-BB73-D33DC78AFC2D}"/>
              </a:ext>
            </a:extLst>
          </p:cNvPr>
          <p:cNvPicPr>
            <a:picLocks noChangeAspect="1"/>
          </p:cNvPicPr>
          <p:nvPr userDrawn="1"/>
        </p:nvPicPr>
        <p:blipFill>
          <a:blip r:embed="rId2"/>
          <a:stretch>
            <a:fillRect/>
          </a:stretch>
        </p:blipFill>
        <p:spPr>
          <a:xfrm>
            <a:off x="159500" y="6541131"/>
            <a:ext cx="1052601" cy="167549"/>
          </a:xfrm>
          <a:prstGeom prst="rect">
            <a:avLst/>
          </a:prstGeom>
        </p:spPr>
      </p:pic>
      <p:pic>
        <p:nvPicPr>
          <p:cNvPr id="12" name="Picture 11">
            <a:extLst>
              <a:ext uri="{FF2B5EF4-FFF2-40B4-BE49-F238E27FC236}">
                <a16:creationId xmlns:a16="http://schemas.microsoft.com/office/drawing/2014/main" id="{3E59BB71-DFC6-E3AF-4154-F1E62DE5FB29}"/>
              </a:ext>
            </a:extLst>
          </p:cNvPr>
          <p:cNvPicPr>
            <a:picLocks noChangeAspect="1"/>
          </p:cNvPicPr>
          <p:nvPr userDrawn="1"/>
        </p:nvPicPr>
        <p:blipFill>
          <a:blip r:embed="rId3"/>
          <a:stretch>
            <a:fillRect/>
          </a:stretch>
        </p:blipFill>
        <p:spPr>
          <a:xfrm>
            <a:off x="11639640" y="6562553"/>
            <a:ext cx="430331" cy="209917"/>
          </a:xfrm>
          <a:prstGeom prst="rect">
            <a:avLst/>
          </a:prstGeom>
        </p:spPr>
      </p:pic>
      <p:sp>
        <p:nvSpPr>
          <p:cNvPr id="13" name="Slide Number Placeholder 5">
            <a:extLst>
              <a:ext uri="{FF2B5EF4-FFF2-40B4-BE49-F238E27FC236}">
                <a16:creationId xmlns:a16="http://schemas.microsoft.com/office/drawing/2014/main" id="{26A736BB-FF82-C106-D299-23D97D67700E}"/>
              </a:ext>
            </a:extLst>
          </p:cNvPr>
          <p:cNvSpPr txBox="1">
            <a:spLocks/>
          </p:cNvSpPr>
          <p:nvPr userDrawn="1"/>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Montserrat" pitchFamily="2" charset="77"/>
              <a:ea typeface="+mn-ea"/>
              <a:cs typeface="Arial"/>
            </a:endParaRPr>
          </a:p>
        </p:txBody>
      </p:sp>
      <p:sp>
        <p:nvSpPr>
          <p:cNvPr id="8" name="Slide Number">
            <a:extLst>
              <a:ext uri="{FF2B5EF4-FFF2-40B4-BE49-F238E27FC236}">
                <a16:creationId xmlns:a16="http://schemas.microsoft.com/office/drawing/2014/main" id="{0571777E-CF1F-D98E-4B53-68416A2EC94B}"/>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4249382754"/>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Agenda 1">
    <p:spTree>
      <p:nvGrpSpPr>
        <p:cNvPr id="1" name=""/>
        <p:cNvGrpSpPr/>
        <p:nvPr/>
      </p:nvGrpSpPr>
      <p:grpSpPr>
        <a:xfrm>
          <a:off x="0" y="0"/>
          <a:ext cx="0" cy="0"/>
          <a:chOff x="0" y="0"/>
          <a:chExt cx="0" cy="0"/>
        </a:xfrm>
      </p:grpSpPr>
      <p:sp>
        <p:nvSpPr>
          <p:cNvPr id="78" name="Text Placeholder 12"/>
          <p:cNvSpPr>
            <a:spLocks noGrp="1"/>
          </p:cNvSpPr>
          <p:nvPr>
            <p:ph type="body" sz="quarter" idx="13" hasCustomPrompt="1"/>
          </p:nvPr>
        </p:nvSpPr>
        <p:spPr>
          <a:xfrm>
            <a:off x="1792362" y="1995488"/>
            <a:ext cx="2899126"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79" name="Text Placeholder 12"/>
          <p:cNvSpPr>
            <a:spLocks noGrp="1"/>
          </p:cNvSpPr>
          <p:nvPr>
            <p:ph type="body" sz="quarter" idx="14" hasCustomPrompt="1"/>
          </p:nvPr>
        </p:nvSpPr>
        <p:spPr>
          <a:xfrm>
            <a:off x="1792362" y="3017485"/>
            <a:ext cx="2899126" cy="692152"/>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0" name="Text Placeholder 12"/>
          <p:cNvSpPr>
            <a:spLocks noGrp="1"/>
          </p:cNvSpPr>
          <p:nvPr>
            <p:ph type="body" sz="quarter" idx="15" hasCustomPrompt="1"/>
          </p:nvPr>
        </p:nvSpPr>
        <p:spPr>
          <a:xfrm>
            <a:off x="1792362" y="4040456"/>
            <a:ext cx="2899126"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1" name="Text Placeholder 12"/>
          <p:cNvSpPr>
            <a:spLocks noGrp="1"/>
          </p:cNvSpPr>
          <p:nvPr>
            <p:ph type="body" sz="quarter" idx="16" hasCustomPrompt="1"/>
          </p:nvPr>
        </p:nvSpPr>
        <p:spPr>
          <a:xfrm>
            <a:off x="1792362" y="5076547"/>
            <a:ext cx="2899126"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2" name="Text Placeholder 12"/>
          <p:cNvSpPr>
            <a:spLocks noGrp="1"/>
          </p:cNvSpPr>
          <p:nvPr>
            <p:ph type="body" sz="quarter" idx="17" hasCustomPrompt="1"/>
          </p:nvPr>
        </p:nvSpPr>
        <p:spPr>
          <a:xfrm>
            <a:off x="4990645" y="1995488"/>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3" name="Text Placeholder 12"/>
          <p:cNvSpPr>
            <a:spLocks noGrp="1"/>
          </p:cNvSpPr>
          <p:nvPr>
            <p:ph type="body" sz="quarter" idx="18" hasCustomPrompt="1"/>
          </p:nvPr>
        </p:nvSpPr>
        <p:spPr>
          <a:xfrm>
            <a:off x="4990645" y="3017485"/>
            <a:ext cx="5831288" cy="692152"/>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4" name="Text Placeholder 12"/>
          <p:cNvSpPr>
            <a:spLocks noGrp="1"/>
          </p:cNvSpPr>
          <p:nvPr>
            <p:ph type="body" sz="quarter" idx="19" hasCustomPrompt="1"/>
          </p:nvPr>
        </p:nvSpPr>
        <p:spPr>
          <a:xfrm>
            <a:off x="4990645" y="4040456"/>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5" name="Text Placeholder 12"/>
          <p:cNvSpPr>
            <a:spLocks noGrp="1"/>
          </p:cNvSpPr>
          <p:nvPr>
            <p:ph type="body" sz="quarter" idx="20" hasCustomPrompt="1"/>
          </p:nvPr>
        </p:nvSpPr>
        <p:spPr>
          <a:xfrm>
            <a:off x="4990645" y="5076547"/>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17" name="Title 1">
            <a:extLst>
              <a:ext uri="{FF2B5EF4-FFF2-40B4-BE49-F238E27FC236}">
                <a16:creationId xmlns:a16="http://schemas.microsoft.com/office/drawing/2014/main" id="{6F29BA38-AE87-4588-B423-378EB33BF99C}"/>
              </a:ext>
            </a:extLst>
          </p:cNvPr>
          <p:cNvSpPr>
            <a:spLocks noGrp="1"/>
          </p:cNvSpPr>
          <p:nvPr>
            <p:ph type="title" hasCustomPrompt="1"/>
          </p:nvPr>
        </p:nvSpPr>
        <p:spPr>
          <a:xfrm>
            <a:off x="448849" y="183398"/>
            <a:ext cx="10661375" cy="962008"/>
          </a:xfrm>
          <a:prstGeom prst="rect">
            <a:avLst/>
          </a:prstGeom>
        </p:spPr>
        <p:txBody>
          <a:bodyPr>
            <a:noAutofit/>
          </a:bodyPr>
          <a:lstStyle/>
          <a:p>
            <a:r>
              <a:rPr lang="en-US" noProof="0"/>
              <a:t>Click to edit master title style</a:t>
            </a:r>
          </a:p>
        </p:txBody>
      </p:sp>
      <p:sp>
        <p:nvSpPr>
          <p:cNvPr id="18" name="Body Level One…">
            <a:extLst>
              <a:ext uri="{FF2B5EF4-FFF2-40B4-BE49-F238E27FC236}">
                <a16:creationId xmlns:a16="http://schemas.microsoft.com/office/drawing/2014/main" id="{602E5113-3297-4D98-8822-6ACB42FB1A6E}"/>
              </a:ext>
            </a:extLst>
          </p:cNvPr>
          <p:cNvSpPr txBox="1">
            <a:spLocks noGrp="1"/>
          </p:cNvSpPr>
          <p:nvPr>
            <p:ph type="body" sz="quarter" idx="25" hasCustomPrompt="1"/>
          </p:nvPr>
        </p:nvSpPr>
        <p:spPr>
          <a:xfrm>
            <a:off x="448848"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2" name="Text Placeholder 9">
            <a:extLst>
              <a:ext uri="{FF2B5EF4-FFF2-40B4-BE49-F238E27FC236}">
                <a16:creationId xmlns:a16="http://schemas.microsoft.com/office/drawing/2014/main" id="{1CB6A48A-09C3-4A9A-831D-AA8CDA77FC3D}"/>
              </a:ext>
            </a:extLst>
          </p:cNvPr>
          <p:cNvSpPr>
            <a:spLocks noGrp="1"/>
          </p:cNvSpPr>
          <p:nvPr>
            <p:ph type="body" sz="quarter" idx="28" hasCustomPrompt="1"/>
          </p:nvPr>
        </p:nvSpPr>
        <p:spPr>
          <a:xfrm>
            <a:off x="1021935"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3" name="Text Placeholder 9">
            <a:extLst>
              <a:ext uri="{FF2B5EF4-FFF2-40B4-BE49-F238E27FC236}">
                <a16:creationId xmlns:a16="http://schemas.microsoft.com/office/drawing/2014/main" id="{CBA2A3ED-F2F5-4A1D-BD91-F08B1204284A}"/>
              </a:ext>
            </a:extLst>
          </p:cNvPr>
          <p:cNvSpPr>
            <a:spLocks noGrp="1"/>
          </p:cNvSpPr>
          <p:nvPr>
            <p:ph type="body" sz="quarter" idx="29" hasCustomPrompt="1"/>
          </p:nvPr>
        </p:nvSpPr>
        <p:spPr>
          <a:xfrm>
            <a:off x="1021935"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4" name="Text Placeholder 9">
            <a:extLst>
              <a:ext uri="{FF2B5EF4-FFF2-40B4-BE49-F238E27FC236}">
                <a16:creationId xmlns:a16="http://schemas.microsoft.com/office/drawing/2014/main" id="{93EF349F-21A2-46D9-8597-2C259EEED62D}"/>
              </a:ext>
            </a:extLst>
          </p:cNvPr>
          <p:cNvSpPr>
            <a:spLocks noGrp="1"/>
          </p:cNvSpPr>
          <p:nvPr>
            <p:ph type="body" sz="quarter" idx="30" hasCustomPrompt="1"/>
          </p:nvPr>
        </p:nvSpPr>
        <p:spPr>
          <a:xfrm>
            <a:off x="1021935"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5" name="Text Placeholder 9">
            <a:extLst>
              <a:ext uri="{FF2B5EF4-FFF2-40B4-BE49-F238E27FC236}">
                <a16:creationId xmlns:a16="http://schemas.microsoft.com/office/drawing/2014/main" id="{3CCE2CE9-A9DC-4C3A-B0D6-8C082FB8881A}"/>
              </a:ext>
            </a:extLst>
          </p:cNvPr>
          <p:cNvSpPr>
            <a:spLocks noGrp="1"/>
          </p:cNvSpPr>
          <p:nvPr>
            <p:ph type="body" sz="quarter" idx="31" hasCustomPrompt="1"/>
          </p:nvPr>
        </p:nvSpPr>
        <p:spPr>
          <a:xfrm>
            <a:off x="1021935"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Tree>
    <p:extLst>
      <p:ext uri="{BB962C8B-B14F-4D97-AF65-F5344CB8AC3E}">
        <p14:creationId xmlns:p14="http://schemas.microsoft.com/office/powerpoint/2010/main" val="3578008791"/>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Agenda 3">
    <p:spTree>
      <p:nvGrpSpPr>
        <p:cNvPr id="1" name=""/>
        <p:cNvGrpSpPr/>
        <p:nvPr/>
      </p:nvGrpSpPr>
      <p:grpSpPr>
        <a:xfrm>
          <a:off x="0" y="0"/>
          <a:ext cx="0" cy="0"/>
          <a:chOff x="0" y="0"/>
          <a:chExt cx="0" cy="0"/>
        </a:xfrm>
      </p:grpSpPr>
      <p:sp>
        <p:nvSpPr>
          <p:cNvPr id="128" name="Body Level One…"/>
          <p:cNvSpPr txBox="1">
            <a:spLocks noGrp="1"/>
          </p:cNvSpPr>
          <p:nvPr>
            <p:ph type="body" sz="quarter" idx="1" hasCustomPrompt="1"/>
          </p:nvPr>
        </p:nvSpPr>
        <p:spPr>
          <a:xfrm>
            <a:off x="1792362" y="1995488"/>
            <a:ext cx="2731857" cy="692153"/>
          </a:xfrm>
          <a:prstGeom prst="rect">
            <a:avLst/>
          </a:prstGeom>
        </p:spPr>
        <p:txBody>
          <a:bodyPr lIns="91440" tIns="45720" rIns="91440" bIns="45720" anchor="ctr">
            <a:noAutofit/>
          </a:bodyPr>
          <a:lstStyle>
            <a:lvl1pPr marL="0" indent="0" algn="l">
              <a:buSzTx/>
              <a:buFont typeface="Arial" panose="020B0604020202020204" pitchFamily="34" charset="0"/>
              <a:buNone/>
              <a:defRPr sz="1800" b="1">
                <a:solidFill>
                  <a:schemeClr val="accent1"/>
                </a:solidFill>
              </a:defRPr>
            </a:lvl1pPr>
            <a:lvl2pPr marL="457200" indent="0" algn="l">
              <a:buFontTx/>
              <a:buNone/>
              <a:defRPr sz="1800">
                <a:solidFill>
                  <a:schemeClr val="accent1"/>
                </a:solidFill>
              </a:defRPr>
            </a:lvl2pPr>
            <a:lvl3pPr marL="914400" indent="0" algn="l">
              <a:buFontTx/>
              <a:buNone/>
              <a:defRPr sz="1800">
                <a:solidFill>
                  <a:schemeClr val="accent1"/>
                </a:solidFill>
              </a:defRPr>
            </a:lvl3pPr>
            <a:lvl4pPr marL="1371600" indent="0" algn="l">
              <a:buFontTx/>
              <a:buNone/>
              <a:defRPr sz="1800">
                <a:solidFill>
                  <a:schemeClr val="accent1"/>
                </a:solidFill>
              </a:defRPr>
            </a:lvl4pPr>
            <a:lvl5pPr marL="1828800" indent="0" algn="l">
              <a:buFontTx/>
              <a:buNone/>
              <a:defRPr sz="1800">
                <a:solidFill>
                  <a:schemeClr val="accent1"/>
                </a:solidFill>
              </a:defRPr>
            </a:lvl5pPr>
          </a:lstStyle>
          <a:p>
            <a:pPr lvl="0"/>
            <a:r>
              <a:rPr lang="en-US" noProof="0"/>
              <a:t>Click to edit master text styles</a:t>
            </a:r>
          </a:p>
        </p:txBody>
      </p:sp>
      <p:sp>
        <p:nvSpPr>
          <p:cNvPr id="129" name="Text Placeholder 12"/>
          <p:cNvSpPr>
            <a:spLocks noGrp="1"/>
          </p:cNvSpPr>
          <p:nvPr>
            <p:ph type="body" sz="quarter" idx="13" hasCustomPrompt="1"/>
          </p:nvPr>
        </p:nvSpPr>
        <p:spPr>
          <a:xfrm>
            <a:off x="1792362" y="3017485"/>
            <a:ext cx="2731858" cy="692152"/>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0" name="Text Placeholder 12"/>
          <p:cNvSpPr>
            <a:spLocks noGrp="1"/>
          </p:cNvSpPr>
          <p:nvPr>
            <p:ph type="body" sz="quarter" idx="14" hasCustomPrompt="1"/>
          </p:nvPr>
        </p:nvSpPr>
        <p:spPr>
          <a:xfrm>
            <a:off x="1792362" y="4040456"/>
            <a:ext cx="2731858"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1" name="Text Placeholder 12"/>
          <p:cNvSpPr>
            <a:spLocks noGrp="1"/>
          </p:cNvSpPr>
          <p:nvPr>
            <p:ph type="body" sz="quarter" idx="15" hasCustomPrompt="1"/>
          </p:nvPr>
        </p:nvSpPr>
        <p:spPr>
          <a:xfrm>
            <a:off x="1792362" y="5076547"/>
            <a:ext cx="2731858"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2" name="Text Placeholder 12"/>
          <p:cNvSpPr>
            <a:spLocks noGrp="1"/>
          </p:cNvSpPr>
          <p:nvPr>
            <p:ph type="body" sz="quarter" idx="16" hasCustomPrompt="1"/>
          </p:nvPr>
        </p:nvSpPr>
        <p:spPr>
          <a:xfrm>
            <a:off x="4737082" y="199548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3" name="Text Placeholder 12"/>
          <p:cNvSpPr>
            <a:spLocks noGrp="1"/>
          </p:cNvSpPr>
          <p:nvPr>
            <p:ph type="body" sz="quarter" idx="17" hasCustomPrompt="1"/>
          </p:nvPr>
        </p:nvSpPr>
        <p:spPr>
          <a:xfrm>
            <a:off x="4737082" y="301024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4" name="Text Placeholder 12"/>
          <p:cNvSpPr>
            <a:spLocks noGrp="1"/>
          </p:cNvSpPr>
          <p:nvPr>
            <p:ph type="body" sz="quarter" idx="18" hasCustomPrompt="1"/>
          </p:nvPr>
        </p:nvSpPr>
        <p:spPr>
          <a:xfrm>
            <a:off x="4737082" y="4058463"/>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5" name="Text Placeholder 12"/>
          <p:cNvSpPr>
            <a:spLocks noGrp="1"/>
          </p:cNvSpPr>
          <p:nvPr>
            <p:ph type="body" sz="quarter" idx="19" hasCustomPrompt="1"/>
          </p:nvPr>
        </p:nvSpPr>
        <p:spPr>
          <a:xfrm>
            <a:off x="4737082" y="5073222"/>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6" name="Text Placeholder 12"/>
          <p:cNvSpPr>
            <a:spLocks noGrp="1"/>
          </p:cNvSpPr>
          <p:nvPr>
            <p:ph type="body" sz="quarter" idx="20" hasCustomPrompt="1"/>
          </p:nvPr>
        </p:nvSpPr>
        <p:spPr>
          <a:xfrm>
            <a:off x="7156099" y="1995488"/>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7" name="Text Placeholder 12"/>
          <p:cNvSpPr>
            <a:spLocks noGrp="1"/>
          </p:cNvSpPr>
          <p:nvPr>
            <p:ph type="body" sz="quarter" idx="21" hasCustomPrompt="1"/>
          </p:nvPr>
        </p:nvSpPr>
        <p:spPr>
          <a:xfrm>
            <a:off x="7156099" y="3017485"/>
            <a:ext cx="2731857" cy="692152"/>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8" name="Text Placeholder 12"/>
          <p:cNvSpPr>
            <a:spLocks noGrp="1"/>
          </p:cNvSpPr>
          <p:nvPr>
            <p:ph type="body" sz="quarter" idx="22" hasCustomPrompt="1"/>
          </p:nvPr>
        </p:nvSpPr>
        <p:spPr>
          <a:xfrm>
            <a:off x="7156099" y="4040456"/>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9" name="Text Placeholder 12"/>
          <p:cNvSpPr>
            <a:spLocks noGrp="1"/>
          </p:cNvSpPr>
          <p:nvPr>
            <p:ph type="body" sz="quarter" idx="23" hasCustomPrompt="1"/>
          </p:nvPr>
        </p:nvSpPr>
        <p:spPr>
          <a:xfrm>
            <a:off x="7156099" y="5076547"/>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40" name="Text Placeholder 12"/>
          <p:cNvSpPr>
            <a:spLocks noGrp="1"/>
          </p:cNvSpPr>
          <p:nvPr>
            <p:ph type="body" sz="quarter" idx="24" hasCustomPrompt="1"/>
          </p:nvPr>
        </p:nvSpPr>
        <p:spPr>
          <a:xfrm>
            <a:off x="10100817" y="199548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1" name="Text Placeholder 12"/>
          <p:cNvSpPr>
            <a:spLocks noGrp="1"/>
          </p:cNvSpPr>
          <p:nvPr>
            <p:ph type="body" sz="quarter" idx="25" hasCustomPrompt="1"/>
          </p:nvPr>
        </p:nvSpPr>
        <p:spPr>
          <a:xfrm>
            <a:off x="10100817" y="3010248"/>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2" name="Text Placeholder 12"/>
          <p:cNvSpPr>
            <a:spLocks noGrp="1"/>
          </p:cNvSpPr>
          <p:nvPr>
            <p:ph type="body" sz="quarter" idx="26" hasCustomPrompt="1"/>
          </p:nvPr>
        </p:nvSpPr>
        <p:spPr>
          <a:xfrm>
            <a:off x="10100817" y="4058463"/>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3" name="Text Placeholder 12"/>
          <p:cNvSpPr>
            <a:spLocks noGrp="1"/>
          </p:cNvSpPr>
          <p:nvPr>
            <p:ph type="body" sz="quarter" idx="27" hasCustomPrompt="1"/>
          </p:nvPr>
        </p:nvSpPr>
        <p:spPr>
          <a:xfrm>
            <a:off x="10100817" y="5073222"/>
            <a:ext cx="858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5" name="Text Placeholder 9"/>
          <p:cNvSpPr>
            <a:spLocks noGrp="1"/>
          </p:cNvSpPr>
          <p:nvPr>
            <p:ph type="body" sz="quarter" idx="28" hasCustomPrompt="1"/>
          </p:nvPr>
        </p:nvSpPr>
        <p:spPr>
          <a:xfrm>
            <a:off x="1021935"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6" name="Text Placeholder 9"/>
          <p:cNvSpPr>
            <a:spLocks noGrp="1"/>
          </p:cNvSpPr>
          <p:nvPr>
            <p:ph type="body" sz="quarter" idx="29" hasCustomPrompt="1"/>
          </p:nvPr>
        </p:nvSpPr>
        <p:spPr>
          <a:xfrm>
            <a:off x="1021935"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7" name="Text Placeholder 9"/>
          <p:cNvSpPr>
            <a:spLocks noGrp="1"/>
          </p:cNvSpPr>
          <p:nvPr>
            <p:ph type="body" sz="quarter" idx="30" hasCustomPrompt="1"/>
          </p:nvPr>
        </p:nvSpPr>
        <p:spPr>
          <a:xfrm>
            <a:off x="1021935"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8" name="Text Placeholder 9"/>
          <p:cNvSpPr>
            <a:spLocks noGrp="1"/>
          </p:cNvSpPr>
          <p:nvPr>
            <p:ph type="body" sz="quarter" idx="31" hasCustomPrompt="1"/>
          </p:nvPr>
        </p:nvSpPr>
        <p:spPr>
          <a:xfrm>
            <a:off x="1021935"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9" name="Text Placeholder 9"/>
          <p:cNvSpPr>
            <a:spLocks noGrp="1"/>
          </p:cNvSpPr>
          <p:nvPr>
            <p:ph type="body" sz="quarter" idx="32" hasCustomPrompt="1"/>
          </p:nvPr>
        </p:nvSpPr>
        <p:spPr>
          <a:xfrm>
            <a:off x="6410367"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0" name="Text Placeholder 9"/>
          <p:cNvSpPr>
            <a:spLocks noGrp="1"/>
          </p:cNvSpPr>
          <p:nvPr>
            <p:ph type="body" sz="quarter" idx="33" hasCustomPrompt="1"/>
          </p:nvPr>
        </p:nvSpPr>
        <p:spPr>
          <a:xfrm>
            <a:off x="6410367"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1" name="Text Placeholder 9"/>
          <p:cNvSpPr>
            <a:spLocks noGrp="1"/>
          </p:cNvSpPr>
          <p:nvPr>
            <p:ph type="body" sz="quarter" idx="34" hasCustomPrompt="1"/>
          </p:nvPr>
        </p:nvSpPr>
        <p:spPr>
          <a:xfrm>
            <a:off x="6410367"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2" name="Text Placeholder 9"/>
          <p:cNvSpPr>
            <a:spLocks noGrp="1"/>
          </p:cNvSpPr>
          <p:nvPr>
            <p:ph type="body" sz="quarter" idx="35" hasCustomPrompt="1"/>
          </p:nvPr>
        </p:nvSpPr>
        <p:spPr>
          <a:xfrm>
            <a:off x="6410367"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8" name="Title 1">
            <a:extLst>
              <a:ext uri="{FF2B5EF4-FFF2-40B4-BE49-F238E27FC236}">
                <a16:creationId xmlns:a16="http://schemas.microsoft.com/office/drawing/2014/main" id="{E24BA24C-F200-4E1D-80B5-9FC9E9AF9025}"/>
              </a:ext>
            </a:extLst>
          </p:cNvPr>
          <p:cNvSpPr>
            <a:spLocks noGrp="1"/>
          </p:cNvSpPr>
          <p:nvPr>
            <p:ph type="title" hasCustomPrompt="1"/>
          </p:nvPr>
        </p:nvSpPr>
        <p:spPr>
          <a:xfrm>
            <a:off x="442914" y="183398"/>
            <a:ext cx="10661375" cy="962008"/>
          </a:xfrm>
          <a:prstGeom prst="rect">
            <a:avLst/>
          </a:prstGeom>
        </p:spPr>
        <p:txBody>
          <a:bodyPr>
            <a:noAutofit/>
          </a:bodyPr>
          <a:lstStyle/>
          <a:p>
            <a:r>
              <a:rPr lang="en-US" noProof="0"/>
              <a:t>Click to edit master title style</a:t>
            </a:r>
          </a:p>
        </p:txBody>
      </p:sp>
      <p:sp>
        <p:nvSpPr>
          <p:cNvPr id="30" name="Body Level One…">
            <a:extLst>
              <a:ext uri="{FF2B5EF4-FFF2-40B4-BE49-F238E27FC236}">
                <a16:creationId xmlns:a16="http://schemas.microsoft.com/office/drawing/2014/main" id="{BCC5B421-5F34-41AD-AD68-BAFE3E926CBB}"/>
              </a:ext>
            </a:extLst>
          </p:cNvPr>
          <p:cNvSpPr txBox="1">
            <a:spLocks noGrp="1"/>
          </p:cNvSpPr>
          <p:nvPr>
            <p:ph type="body" sz="quarter" idx="36" hasCustomPrompt="1"/>
          </p:nvPr>
        </p:nvSpPr>
        <p:spPr>
          <a:xfrm>
            <a:off x="442913" y="1155345"/>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Tree>
    <p:extLst>
      <p:ext uri="{BB962C8B-B14F-4D97-AF65-F5344CB8AC3E}">
        <p14:creationId xmlns:p14="http://schemas.microsoft.com/office/powerpoint/2010/main" val="561647226"/>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1_Blue Footer blank">
    <p:bg>
      <p:bgPr>
        <a:solidFill>
          <a:schemeClr val="tx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58DFAF-9EB1-5504-28CC-13CE7857C7DF}"/>
              </a:ext>
            </a:extLst>
          </p:cNvPr>
          <p:cNvPicPr>
            <a:picLocks noChangeAspect="1"/>
          </p:cNvPicPr>
          <p:nvPr userDrawn="1"/>
        </p:nvPicPr>
        <p:blipFill>
          <a:blip r:embed="rId2"/>
          <a:stretch>
            <a:fillRect/>
          </a:stretch>
        </p:blipFill>
        <p:spPr>
          <a:xfrm>
            <a:off x="11639640" y="6562553"/>
            <a:ext cx="430331" cy="209917"/>
          </a:xfrm>
          <a:prstGeom prst="rect">
            <a:avLst/>
          </a:prstGeom>
        </p:spPr>
      </p:pic>
      <p:sp>
        <p:nvSpPr>
          <p:cNvPr id="3" name="Slide Number Placeholder 5">
            <a:extLst>
              <a:ext uri="{FF2B5EF4-FFF2-40B4-BE49-F238E27FC236}">
                <a16:creationId xmlns:a16="http://schemas.microsoft.com/office/drawing/2014/main" id="{8F8E99B3-CD36-5FCE-1606-FB9D0E68E813}"/>
              </a:ext>
            </a:extLst>
          </p:cNvPr>
          <p:cNvSpPr txBox="1">
            <a:spLocks/>
          </p:cNvSpPr>
          <p:nvPr userDrawn="1"/>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Montserrat" pitchFamily="2" charset="77"/>
              <a:ea typeface="+mn-ea"/>
              <a:cs typeface="Arial"/>
            </a:endParaRPr>
          </a:p>
        </p:txBody>
      </p:sp>
      <p:pic>
        <p:nvPicPr>
          <p:cNvPr id="4" name="Picture 3">
            <a:extLst>
              <a:ext uri="{FF2B5EF4-FFF2-40B4-BE49-F238E27FC236}">
                <a16:creationId xmlns:a16="http://schemas.microsoft.com/office/drawing/2014/main" id="{14B92518-8C14-2574-D9F3-2DEAD84D9E68}"/>
              </a:ext>
            </a:extLst>
          </p:cNvPr>
          <p:cNvPicPr>
            <a:picLocks noChangeAspect="1"/>
          </p:cNvPicPr>
          <p:nvPr userDrawn="1"/>
        </p:nvPicPr>
        <p:blipFill>
          <a:blip r:embed="rId3"/>
          <a:stretch>
            <a:fillRect/>
          </a:stretch>
        </p:blipFill>
        <p:spPr>
          <a:xfrm>
            <a:off x="167916" y="6544088"/>
            <a:ext cx="1034025" cy="164592"/>
          </a:xfrm>
          <a:prstGeom prst="rect">
            <a:avLst/>
          </a:prstGeom>
        </p:spPr>
      </p:pic>
      <p:sp>
        <p:nvSpPr>
          <p:cNvPr id="5" name="Slide Number">
            <a:extLst>
              <a:ext uri="{FF2B5EF4-FFF2-40B4-BE49-F238E27FC236}">
                <a16:creationId xmlns:a16="http://schemas.microsoft.com/office/drawing/2014/main" id="{C0F423AB-C83F-87C6-9E7D-0064CD0B652F}"/>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299897708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2_Text with Callout on Right">
    <p:bg>
      <p:bgPr>
        <a:solidFill>
          <a:srgbClr val="1C313C"/>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4B98D1F-A156-B4DB-3C9A-54D84B3C2AFF}"/>
              </a:ext>
            </a:extLst>
          </p:cNvPr>
          <p:cNvSpPr/>
          <p:nvPr userDrawn="1"/>
        </p:nvSpPr>
        <p:spPr>
          <a:xfrm>
            <a:off x="0" y="0"/>
            <a:ext cx="7282912" cy="6858000"/>
          </a:xfrm>
          <a:prstGeom prst="rect">
            <a:avLst/>
          </a:prstGeom>
          <a:solidFill>
            <a:schemeClr val="tx2"/>
          </a:solidFill>
        </p:spPr>
        <p:txBody>
          <a:bodyPr wrap="square" rtlCol="0" anchor="ctr">
            <a:noAutofit/>
          </a:bodyPr>
          <a:lstStyle/>
          <a:p>
            <a:pPr algn="l">
              <a:lnSpc>
                <a:spcPct val="90000"/>
              </a:lnSpc>
            </a:pPr>
            <a:endParaRPr lang="en-IN" sz="1400" kern="0"/>
          </a:p>
        </p:txBody>
      </p:sp>
      <p:sp>
        <p:nvSpPr>
          <p:cNvPr id="4" name="Title 5">
            <a:extLst>
              <a:ext uri="{FF2B5EF4-FFF2-40B4-BE49-F238E27FC236}">
                <a16:creationId xmlns:a16="http://schemas.microsoft.com/office/drawing/2014/main" id="{87C62496-5A27-9057-4D77-CD57C18CACA7}"/>
              </a:ext>
            </a:extLst>
          </p:cNvPr>
          <p:cNvSpPr>
            <a:spLocks noGrp="1"/>
          </p:cNvSpPr>
          <p:nvPr>
            <p:ph type="title" hasCustomPrompt="1"/>
          </p:nvPr>
        </p:nvSpPr>
        <p:spPr>
          <a:xfrm>
            <a:off x="263236" y="517032"/>
            <a:ext cx="6788728" cy="962008"/>
          </a:xfrm>
          <a:prstGeom prst="rect">
            <a:avLst/>
          </a:prstGeom>
        </p:spPr>
        <p:txBody>
          <a:bodyPr>
            <a:noAutofit/>
          </a:bodyPr>
          <a:lstStyle>
            <a:lvl1pPr>
              <a:lnSpc>
                <a:spcPct val="100000"/>
              </a:lnSpc>
              <a:spcAft>
                <a:spcPts val="600"/>
              </a:spcAft>
              <a:defRPr>
                <a:solidFill>
                  <a:schemeClr val="tx2"/>
                </a:solidFill>
              </a:defRPr>
            </a:lvl1pPr>
          </a:lstStyle>
          <a:p>
            <a:r>
              <a:rPr lang="en-US" noProof="0"/>
              <a:t>Click to edit master title style</a:t>
            </a:r>
          </a:p>
        </p:txBody>
      </p:sp>
      <p:sp>
        <p:nvSpPr>
          <p:cNvPr id="10" name="Textfeld 7">
            <a:extLst>
              <a:ext uri="{FF2B5EF4-FFF2-40B4-BE49-F238E27FC236}">
                <a16:creationId xmlns:a16="http://schemas.microsoft.com/office/drawing/2014/main" id="{97EF7F7B-5C1E-4391-827F-2360ECA9002D}"/>
              </a:ext>
            </a:extLst>
          </p:cNvPr>
          <p:cNvSpPr txBox="1"/>
          <p:nvPr userDrawn="1"/>
        </p:nvSpPr>
        <p:spPr>
          <a:xfrm>
            <a:off x="8068235" y="591671"/>
            <a:ext cx="0" cy="0"/>
          </a:xfrm>
          <a:prstGeom prst="rect">
            <a:avLst/>
          </a:prstGeom>
          <a:noFill/>
          <a:ln>
            <a:noFill/>
          </a:ln>
        </p:spPr>
        <p:txBody>
          <a:bodyPr wrap="none" rtlCol="0">
            <a:noAutofit/>
          </a:bodyPr>
          <a:lstStyle/>
          <a:p>
            <a:pPr algn="l" defTabSz="228600">
              <a:lnSpc>
                <a:spcPct val="100000"/>
              </a:lnSpc>
              <a:spcBef>
                <a:spcPts val="600"/>
              </a:spcBef>
              <a:spcAft>
                <a:spcPts val="600"/>
              </a:spcAft>
              <a:buSzPct val="100000"/>
            </a:pPr>
            <a:endParaRPr lang="en-US" sz="1400" kern="0" noProof="0">
              <a:solidFill>
                <a:schemeClr val="tx2"/>
              </a:solidFill>
              <a:sym typeface="Trebuchet MS"/>
            </a:endParaRPr>
          </a:p>
        </p:txBody>
      </p:sp>
      <p:pic>
        <p:nvPicPr>
          <p:cNvPr id="12" name="Picture 11">
            <a:extLst>
              <a:ext uri="{FF2B5EF4-FFF2-40B4-BE49-F238E27FC236}">
                <a16:creationId xmlns:a16="http://schemas.microsoft.com/office/drawing/2014/main" id="{3E59BB71-DFC6-E3AF-4154-F1E62DE5FB29}"/>
              </a:ext>
            </a:extLst>
          </p:cNvPr>
          <p:cNvPicPr>
            <a:picLocks noChangeAspect="1"/>
          </p:cNvPicPr>
          <p:nvPr userDrawn="1"/>
        </p:nvPicPr>
        <p:blipFill>
          <a:blip r:embed="rId2"/>
          <a:stretch>
            <a:fillRect/>
          </a:stretch>
        </p:blipFill>
        <p:spPr>
          <a:xfrm>
            <a:off x="11639640" y="6562553"/>
            <a:ext cx="430331" cy="209917"/>
          </a:xfrm>
          <a:prstGeom prst="rect">
            <a:avLst/>
          </a:prstGeom>
        </p:spPr>
      </p:pic>
      <p:sp>
        <p:nvSpPr>
          <p:cNvPr id="13" name="Slide Number Placeholder 5">
            <a:extLst>
              <a:ext uri="{FF2B5EF4-FFF2-40B4-BE49-F238E27FC236}">
                <a16:creationId xmlns:a16="http://schemas.microsoft.com/office/drawing/2014/main" id="{26A736BB-FF82-C106-D299-23D97D67700E}"/>
              </a:ext>
            </a:extLst>
          </p:cNvPr>
          <p:cNvSpPr txBox="1">
            <a:spLocks/>
          </p:cNvSpPr>
          <p:nvPr userDrawn="1"/>
        </p:nvSpPr>
        <p:spPr>
          <a:xfrm>
            <a:off x="11816523" y="6506309"/>
            <a:ext cx="312751" cy="322409"/>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60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60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Montserrat" pitchFamily="2" charset="77"/>
              <a:ea typeface="+mn-ea"/>
              <a:cs typeface="Arial"/>
            </a:endParaRPr>
          </a:p>
        </p:txBody>
      </p:sp>
      <p:sp>
        <p:nvSpPr>
          <p:cNvPr id="14" name="Slide Number">
            <a:extLst>
              <a:ext uri="{FF2B5EF4-FFF2-40B4-BE49-F238E27FC236}">
                <a16:creationId xmlns:a16="http://schemas.microsoft.com/office/drawing/2014/main" id="{43269531-2E01-D274-CB4F-D79D46BBD566}"/>
              </a:ext>
            </a:extLst>
          </p:cNvPr>
          <p:cNvSpPr txBox="1">
            <a:spLocks/>
          </p:cNvSpPr>
          <p:nvPr userDrawn="1"/>
        </p:nvSpPr>
        <p:spPr>
          <a:xfrm>
            <a:off x="8082844" y="6574575"/>
            <a:ext cx="3497897"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60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2" name="Picture 1">
            <a:extLst>
              <a:ext uri="{FF2B5EF4-FFF2-40B4-BE49-F238E27FC236}">
                <a16:creationId xmlns:a16="http://schemas.microsoft.com/office/drawing/2014/main" id="{D7A23229-61DD-EF67-514F-9EC6D267ABE7}"/>
              </a:ext>
            </a:extLst>
          </p:cNvPr>
          <p:cNvPicPr>
            <a:picLocks noChangeAspect="1"/>
          </p:cNvPicPr>
          <p:nvPr userDrawn="1"/>
        </p:nvPicPr>
        <p:blipFill>
          <a:blip r:embed="rId3"/>
          <a:stretch>
            <a:fillRect/>
          </a:stretch>
        </p:blipFill>
        <p:spPr>
          <a:xfrm>
            <a:off x="139289" y="6499787"/>
            <a:ext cx="1088653" cy="173288"/>
          </a:xfrm>
          <a:prstGeom prst="rect">
            <a:avLst/>
          </a:prstGeom>
        </p:spPr>
      </p:pic>
    </p:spTree>
    <p:extLst>
      <p:ext uri="{BB962C8B-B14F-4D97-AF65-F5344CB8AC3E}">
        <p14:creationId xmlns:p14="http://schemas.microsoft.com/office/powerpoint/2010/main" val="122845509"/>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1_Divider 1">
    <p:bg>
      <p:bgPr>
        <a:solidFill>
          <a:srgbClr val="E9FCFA"/>
        </a:solidFill>
        <a:effectLst/>
      </p:bgPr>
    </p:bg>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D7099534-AC09-93E7-CC88-963FBFEC2C42}"/>
              </a:ext>
            </a:extLst>
          </p:cNvPr>
          <p:cNvSpPr>
            <a:spLocks noChangeAspect="1" noChangeArrowheads="1" noTextEdit="1"/>
          </p:cNvSpPr>
          <p:nvPr userDrawn="1"/>
        </p:nvSpPr>
        <p:spPr bwMode="auto">
          <a:xfrm>
            <a:off x="-2776538" y="492125"/>
            <a:ext cx="11768138" cy="587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3059756"/>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ver White">
    <p:bg>
      <p:bgPr>
        <a:solidFill>
          <a:schemeClr val="bg1"/>
        </a:solidFill>
        <a:effectLst/>
      </p:bgPr>
    </p:bg>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206C6C98-7A06-46E1-B9BE-B32779BD895A}"/>
              </a:ext>
            </a:extLst>
          </p:cNvPr>
          <p:cNvSpPr>
            <a:spLocks noGrp="1"/>
          </p:cNvSpPr>
          <p:nvPr>
            <p:ph type="body" sz="quarter" idx="14" hasCustomPrompt="1"/>
          </p:nvPr>
        </p:nvSpPr>
        <p:spPr>
          <a:xfrm>
            <a:off x="827233" y="1933115"/>
            <a:ext cx="10582887" cy="1495885"/>
          </a:xfrm>
        </p:spPr>
        <p:txBody>
          <a:bodyPr/>
          <a:lstStyle>
            <a:lvl1pPr marL="0" marR="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noProof="0"/>
              <a:t>Title</a:t>
            </a:r>
            <a:br>
              <a:rPr lang="en-US" noProof="0"/>
            </a:br>
            <a:endParaRPr lang="en-US" noProof="0"/>
          </a:p>
        </p:txBody>
      </p:sp>
      <p:sp>
        <p:nvSpPr>
          <p:cNvPr id="12" name="Text Placeholder 19">
            <a:extLst>
              <a:ext uri="{FF2B5EF4-FFF2-40B4-BE49-F238E27FC236}">
                <a16:creationId xmlns:a16="http://schemas.microsoft.com/office/drawing/2014/main" id="{CFD03CCF-0E7C-44BB-99AB-58FA6047D952}"/>
              </a:ext>
            </a:extLst>
          </p:cNvPr>
          <p:cNvSpPr>
            <a:spLocks noGrp="1"/>
          </p:cNvSpPr>
          <p:nvPr>
            <p:ph type="body" sz="quarter" idx="15" hasCustomPrompt="1"/>
          </p:nvPr>
        </p:nvSpPr>
        <p:spPr>
          <a:xfrm>
            <a:off x="827232" y="3556398"/>
            <a:ext cx="10582885"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Date</a:t>
            </a:r>
          </a:p>
        </p:txBody>
      </p:sp>
      <p:pic>
        <p:nvPicPr>
          <p:cNvPr id="4" name="Picture 3">
            <a:extLst>
              <a:ext uri="{FF2B5EF4-FFF2-40B4-BE49-F238E27FC236}">
                <a16:creationId xmlns:a16="http://schemas.microsoft.com/office/drawing/2014/main" id="{920FC31A-BCFB-9892-4458-EDA11501DA35}"/>
              </a:ext>
            </a:extLst>
          </p:cNvPr>
          <p:cNvPicPr>
            <a:picLocks noChangeAspect="1"/>
          </p:cNvPicPr>
          <p:nvPr userDrawn="1"/>
        </p:nvPicPr>
        <p:blipFill>
          <a:blip r:embed="rId2"/>
          <a:stretch>
            <a:fillRect/>
          </a:stretch>
        </p:blipFill>
        <p:spPr>
          <a:xfrm>
            <a:off x="827232" y="5564150"/>
            <a:ext cx="2614677" cy="416195"/>
          </a:xfrm>
          <a:prstGeom prst="rect">
            <a:avLst/>
          </a:prstGeom>
        </p:spPr>
      </p:pic>
    </p:spTree>
    <p:extLst>
      <p:ext uri="{BB962C8B-B14F-4D97-AF65-F5344CB8AC3E}">
        <p14:creationId xmlns:p14="http://schemas.microsoft.com/office/powerpoint/2010/main" val="2413448348"/>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ver Dark">
    <p:bg>
      <p:bgPr>
        <a:solidFill>
          <a:schemeClr val="tx2"/>
        </a:solidFill>
        <a:effectLst/>
      </p:bgPr>
    </p:bg>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573A3450-9A4F-6E19-0812-FEA02B0F8B9D}"/>
              </a:ext>
            </a:extLst>
          </p:cNvPr>
          <p:cNvSpPr>
            <a:spLocks noGrp="1"/>
          </p:cNvSpPr>
          <p:nvPr>
            <p:ph type="body" sz="quarter" idx="14" hasCustomPrompt="1"/>
          </p:nvPr>
        </p:nvSpPr>
        <p:spPr>
          <a:xfrm>
            <a:off x="827233" y="1933115"/>
            <a:ext cx="10582887" cy="1495885"/>
          </a:xfrm>
        </p:spPr>
        <p:txBody>
          <a:bodyPr/>
          <a:lstStyle>
            <a:lvl1pPr marL="0" marR="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kumimoji="0" lang="en-US" sz="3400" b="1" i="0" u="none" strike="noStrike" kern="0" cap="none" spc="0" normalizeH="0" baseline="0" dirty="0" smtClean="0">
                <a:ln>
                  <a:noFill/>
                </a:ln>
                <a:solidFill>
                  <a:schemeClr val="accent3"/>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lang="en-US" noProof="0"/>
              <a:t>Title</a:t>
            </a:r>
            <a:br>
              <a:rPr lang="en-US" noProof="0"/>
            </a:br>
            <a:endParaRPr lang="en-US" noProof="0"/>
          </a:p>
        </p:txBody>
      </p:sp>
      <p:sp>
        <p:nvSpPr>
          <p:cNvPr id="4" name="Text Placeholder 19">
            <a:extLst>
              <a:ext uri="{FF2B5EF4-FFF2-40B4-BE49-F238E27FC236}">
                <a16:creationId xmlns:a16="http://schemas.microsoft.com/office/drawing/2014/main" id="{306358B3-A1A9-8305-6D63-1CFBC925B265}"/>
              </a:ext>
            </a:extLst>
          </p:cNvPr>
          <p:cNvSpPr>
            <a:spLocks noGrp="1"/>
          </p:cNvSpPr>
          <p:nvPr>
            <p:ph type="body" sz="quarter" idx="15" hasCustomPrompt="1"/>
          </p:nvPr>
        </p:nvSpPr>
        <p:spPr>
          <a:xfrm>
            <a:off x="827232" y="3556398"/>
            <a:ext cx="10582885" cy="433694"/>
          </a:xfrm>
        </p:spPr>
        <p:txBody>
          <a:bodyPr/>
          <a:lstStyle>
            <a:lvl1pPr marL="0" indent="0">
              <a:buNone/>
              <a:defRPr sz="2000">
                <a:solidFill>
                  <a:schemeClr val="bg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Date</a:t>
            </a:r>
          </a:p>
        </p:txBody>
      </p:sp>
      <p:pic>
        <p:nvPicPr>
          <p:cNvPr id="6" name="Picture 5">
            <a:extLst>
              <a:ext uri="{FF2B5EF4-FFF2-40B4-BE49-F238E27FC236}">
                <a16:creationId xmlns:a16="http://schemas.microsoft.com/office/drawing/2014/main" id="{E885F33A-648D-73E5-C9B4-1B016B81C49F}"/>
              </a:ext>
            </a:extLst>
          </p:cNvPr>
          <p:cNvPicPr>
            <a:picLocks noChangeAspect="1"/>
          </p:cNvPicPr>
          <p:nvPr userDrawn="1"/>
        </p:nvPicPr>
        <p:blipFill>
          <a:blip r:embed="rId2"/>
          <a:stretch>
            <a:fillRect/>
          </a:stretch>
        </p:blipFill>
        <p:spPr>
          <a:xfrm>
            <a:off x="809561" y="5564150"/>
            <a:ext cx="2642508" cy="420624"/>
          </a:xfrm>
          <a:prstGeom prst="rect">
            <a:avLst/>
          </a:prstGeom>
        </p:spPr>
      </p:pic>
    </p:spTree>
    <p:extLst>
      <p:ext uri="{BB962C8B-B14F-4D97-AF65-F5344CB8AC3E}">
        <p14:creationId xmlns:p14="http://schemas.microsoft.com/office/powerpoint/2010/main" val="2496762972"/>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Vertical Title and Text - sidebar">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E2FCEED-15E7-44A6-AFFD-6D9F3EB6A3DC}"/>
              </a:ext>
            </a:extLst>
          </p:cNvPr>
          <p:cNvSpPr>
            <a:spLocks noGrp="1"/>
          </p:cNvSpPr>
          <p:nvPr>
            <p:ph type="body" sz="quarter" idx="37" hasCustomPrompt="1"/>
          </p:nvPr>
        </p:nvSpPr>
        <p:spPr>
          <a:xfrm>
            <a:off x="442913" y="1665790"/>
            <a:ext cx="10822230" cy="4375633"/>
          </a:xfrm>
        </p:spPr>
        <p:txBody>
          <a:bodyPr>
            <a:noAutofit/>
          </a:bodyPr>
          <a:lstStyle>
            <a:lvl1pPr defTabSz="228600">
              <a:tabLst>
                <a:tab pos="0" algn="l"/>
              </a:tabLst>
              <a:defRPr>
                <a:solidFill>
                  <a:schemeClr val="tx1"/>
                </a:solidFill>
              </a:defRPr>
            </a:lvl1pPr>
            <a:lvl2pPr defTabSz="228600">
              <a:tabLst>
                <a:tab pos="0" algn="l"/>
              </a:tabLst>
              <a:defRPr>
                <a:solidFill>
                  <a:schemeClr val="tx1"/>
                </a:solidFill>
              </a:defRPr>
            </a:lvl2pPr>
            <a:lvl3pPr defTabSz="228600">
              <a:tabLst>
                <a:tab pos="0" algn="l"/>
              </a:tabLst>
              <a:defRPr>
                <a:solidFill>
                  <a:schemeClr val="tx1"/>
                </a:solidFill>
              </a:defRPr>
            </a:lvl3pPr>
            <a:lvl4pPr marL="914400" indent="-228600" defTabSz="228600">
              <a:tabLst>
                <a:tab pos="0" algn="l"/>
              </a:tabLst>
              <a:defRPr>
                <a:solidFill>
                  <a:schemeClr val="tx1"/>
                </a:solidFill>
              </a:defRPr>
            </a:lvl4pPr>
            <a:lvl5pPr defTabSz="228600">
              <a:tabLst>
                <a:tab pos="0" algn="l"/>
              </a:tabLst>
              <a:defRPr>
                <a:solidFill>
                  <a:schemeClr val="tx1"/>
                </a:solidFill>
              </a:defRPr>
            </a:lvl5pPr>
            <a:lvl6pPr defTabSz="228600">
              <a:tabLst>
                <a:tab pos="0" algn="l"/>
              </a:tabLst>
              <a:defRPr/>
            </a:lvl6pPr>
            <a:lvl7pPr defTabSz="228600">
              <a:tabLst>
                <a:tab pos="0" algn="l"/>
              </a:tabLst>
              <a:defRPr/>
            </a:lvl7pPr>
            <a:lvl8pPr defTabSz="228600">
              <a:tabLst>
                <a:tab pos="0" algn="l"/>
              </a:tabLst>
              <a:defRPr/>
            </a:lvl8pPr>
            <a:lvl9pPr marL="2057400" indent="-215900" defTabSz="228600">
              <a:buNone/>
              <a:tabLst>
                <a:tab pos="0" algn="l"/>
              </a:tabLst>
              <a:defRPr/>
            </a:lvl9pPr>
          </a:lstStyle>
          <a:p>
            <a:pPr lvl="0"/>
            <a:r>
              <a:rPr lang="en-US" noProof="0"/>
              <a:t>Edit body text</a:t>
            </a:r>
          </a:p>
          <a:p>
            <a:pPr lvl="1"/>
            <a:r>
              <a:rPr lang="en-US" noProof="0"/>
              <a:t>Level two</a:t>
            </a:r>
          </a:p>
          <a:p>
            <a:pPr lvl="2"/>
            <a:r>
              <a:rPr lang="en-US" noProof="0"/>
              <a:t>Level three</a:t>
            </a:r>
          </a:p>
          <a:p>
            <a:pPr lvl="3"/>
            <a:r>
              <a:rPr lang="en-US" noProof="0"/>
              <a:t>Level four</a:t>
            </a:r>
          </a:p>
          <a:p>
            <a:pPr lvl="4"/>
            <a:r>
              <a:rPr lang="en-US" noProof="0"/>
              <a:t>Level five</a:t>
            </a:r>
          </a:p>
        </p:txBody>
      </p:sp>
      <p:sp>
        <p:nvSpPr>
          <p:cNvPr id="6" name="Body Level One…">
            <a:extLst>
              <a:ext uri="{FF2B5EF4-FFF2-40B4-BE49-F238E27FC236}">
                <a16:creationId xmlns:a16="http://schemas.microsoft.com/office/drawing/2014/main" id="{F9E4359E-FC68-4055-A92D-DA85CC326DDA}"/>
              </a:ext>
            </a:extLst>
          </p:cNvPr>
          <p:cNvSpPr txBox="1">
            <a:spLocks noGrp="1"/>
          </p:cNvSpPr>
          <p:nvPr>
            <p:ph type="body" sz="quarter" idx="22" hasCustomPrompt="1"/>
          </p:nvPr>
        </p:nvSpPr>
        <p:spPr>
          <a:xfrm>
            <a:off x="442913" y="1155345"/>
            <a:ext cx="10822231"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 name="Title 1">
            <a:extLst>
              <a:ext uri="{FF2B5EF4-FFF2-40B4-BE49-F238E27FC236}">
                <a16:creationId xmlns:a16="http://schemas.microsoft.com/office/drawing/2014/main" id="{D1F85293-5007-4338-BBE7-C56BE235F4A0}"/>
              </a:ext>
            </a:extLst>
          </p:cNvPr>
          <p:cNvSpPr>
            <a:spLocks noGrp="1"/>
          </p:cNvSpPr>
          <p:nvPr>
            <p:ph type="title" hasCustomPrompt="1"/>
          </p:nvPr>
        </p:nvSpPr>
        <p:spPr>
          <a:xfrm>
            <a:off x="442913" y="183398"/>
            <a:ext cx="10822231" cy="962008"/>
          </a:xfrm>
          <a:prstGeom prst="rect">
            <a:avLst/>
          </a:prstGeom>
        </p:spPr>
        <p:txBody>
          <a:bodyPr/>
          <a:lstStyle>
            <a:lvl1pPr>
              <a:defRPr>
                <a:solidFill>
                  <a:schemeClr val="tx2"/>
                </a:solidFill>
              </a:defRPr>
            </a:lvl1pPr>
          </a:lstStyle>
          <a:p>
            <a:r>
              <a:rPr lang="en-US" noProof="0"/>
              <a:t>Edit title text</a:t>
            </a:r>
          </a:p>
        </p:txBody>
      </p:sp>
    </p:spTree>
    <p:extLst>
      <p:ext uri="{BB962C8B-B14F-4D97-AF65-F5344CB8AC3E}">
        <p14:creationId xmlns:p14="http://schemas.microsoft.com/office/powerpoint/2010/main" val="3852605921"/>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ertical Title and Subtitle">
    <p:spTree>
      <p:nvGrpSpPr>
        <p:cNvPr id="1" name=""/>
        <p:cNvGrpSpPr/>
        <p:nvPr/>
      </p:nvGrpSpPr>
      <p:grpSpPr>
        <a:xfrm>
          <a:off x="0" y="0"/>
          <a:ext cx="0" cy="0"/>
          <a:chOff x="0" y="0"/>
          <a:chExt cx="0" cy="0"/>
        </a:xfrm>
      </p:grpSpPr>
      <p:sp>
        <p:nvSpPr>
          <p:cNvPr id="6" name="Body Level One…">
            <a:extLst>
              <a:ext uri="{FF2B5EF4-FFF2-40B4-BE49-F238E27FC236}">
                <a16:creationId xmlns:a16="http://schemas.microsoft.com/office/drawing/2014/main" id="{F9E4359E-FC68-4055-A92D-DA85CC326DDA}"/>
              </a:ext>
            </a:extLst>
          </p:cNvPr>
          <p:cNvSpPr txBox="1">
            <a:spLocks noGrp="1"/>
          </p:cNvSpPr>
          <p:nvPr>
            <p:ph type="body" sz="quarter" idx="22" hasCustomPrompt="1"/>
          </p:nvPr>
        </p:nvSpPr>
        <p:spPr>
          <a:xfrm>
            <a:off x="442913" y="1155345"/>
            <a:ext cx="10822231"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 name="Title 1">
            <a:extLst>
              <a:ext uri="{FF2B5EF4-FFF2-40B4-BE49-F238E27FC236}">
                <a16:creationId xmlns:a16="http://schemas.microsoft.com/office/drawing/2014/main" id="{D1F85293-5007-4338-BBE7-C56BE235F4A0}"/>
              </a:ext>
            </a:extLst>
          </p:cNvPr>
          <p:cNvSpPr>
            <a:spLocks noGrp="1"/>
          </p:cNvSpPr>
          <p:nvPr>
            <p:ph type="title" hasCustomPrompt="1"/>
          </p:nvPr>
        </p:nvSpPr>
        <p:spPr>
          <a:xfrm>
            <a:off x="442913" y="183398"/>
            <a:ext cx="10822231" cy="962008"/>
          </a:xfrm>
          <a:prstGeom prst="rect">
            <a:avLst/>
          </a:prstGeom>
        </p:spPr>
        <p:txBody>
          <a:bodyPr/>
          <a:lstStyle>
            <a:lvl1pPr>
              <a:defRPr>
                <a:solidFill>
                  <a:schemeClr val="tx2"/>
                </a:solidFill>
              </a:defRPr>
            </a:lvl1pPr>
          </a:lstStyle>
          <a:p>
            <a:r>
              <a:rPr lang="en-US" noProof="0"/>
              <a:t>Edit title text</a:t>
            </a:r>
          </a:p>
        </p:txBody>
      </p:sp>
    </p:spTree>
    <p:extLst>
      <p:ext uri="{BB962C8B-B14F-4D97-AF65-F5344CB8AC3E}">
        <p14:creationId xmlns:p14="http://schemas.microsoft.com/office/powerpoint/2010/main" val="922227624"/>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Slide White">
    <p:bg>
      <p:bgPr>
        <a:solidFill>
          <a:schemeClr val="bg1"/>
        </a:solidFill>
        <a:effectLst/>
      </p:bgPr>
    </p:b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1829A299-CA18-426B-AEAA-80CABC42B3B4}"/>
              </a:ext>
            </a:extLst>
          </p:cNvPr>
          <p:cNvSpPr>
            <a:spLocks noGrp="1"/>
          </p:cNvSpPr>
          <p:nvPr>
            <p:ph type="body" sz="quarter" idx="10" hasCustomPrompt="1"/>
          </p:nvPr>
        </p:nvSpPr>
        <p:spPr>
          <a:xfrm>
            <a:off x="727495" y="2718306"/>
            <a:ext cx="4214895" cy="618092"/>
          </a:xfrm>
        </p:spPr>
        <p:txBody>
          <a:bodyPr anchor="b"/>
          <a:lstStyle>
            <a:lvl1pPr marL="0" indent="0">
              <a:buNone/>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Agenda slide</a:t>
            </a:r>
          </a:p>
        </p:txBody>
      </p:sp>
      <p:sp>
        <p:nvSpPr>
          <p:cNvPr id="17" name="Text Placeholder 19">
            <a:extLst>
              <a:ext uri="{FF2B5EF4-FFF2-40B4-BE49-F238E27FC236}">
                <a16:creationId xmlns:a16="http://schemas.microsoft.com/office/drawing/2014/main" id="{6B77141F-11B9-41C3-A797-C4B51F3FAE5C}"/>
              </a:ext>
            </a:extLst>
          </p:cNvPr>
          <p:cNvSpPr>
            <a:spLocks noGrp="1"/>
          </p:cNvSpPr>
          <p:nvPr>
            <p:ph type="body" sz="quarter" idx="13" hasCustomPrompt="1"/>
          </p:nvPr>
        </p:nvSpPr>
        <p:spPr>
          <a:xfrm>
            <a:off x="727496" y="3336398"/>
            <a:ext cx="4214894"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subtitle</a:t>
            </a:r>
          </a:p>
        </p:txBody>
      </p:sp>
      <p:pic>
        <p:nvPicPr>
          <p:cNvPr id="2" name="Graphic 1">
            <a:extLst>
              <a:ext uri="{FF2B5EF4-FFF2-40B4-BE49-F238E27FC236}">
                <a16:creationId xmlns:a16="http://schemas.microsoft.com/office/drawing/2014/main" id="{DD4556B1-D0C4-891F-C4B9-25E156DDE46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1396" t="26331" r="-445" b="26331"/>
          <a:stretch/>
        </p:blipFill>
        <p:spPr>
          <a:xfrm>
            <a:off x="4571999" y="0"/>
            <a:ext cx="1311008" cy="6858000"/>
          </a:xfrm>
          <a:prstGeom prst="rect">
            <a:avLst/>
          </a:prstGeom>
        </p:spPr>
      </p:pic>
    </p:spTree>
    <p:extLst>
      <p:ext uri="{BB962C8B-B14F-4D97-AF65-F5344CB8AC3E}">
        <p14:creationId xmlns:p14="http://schemas.microsoft.com/office/powerpoint/2010/main" val="419409541"/>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Divider Slide White">
    <p:bg>
      <p:bgPr>
        <a:solidFill>
          <a:schemeClr val="bg1"/>
        </a:solidFill>
        <a:effectLst/>
      </p:bgPr>
    </p:b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1829A299-CA18-426B-AEAA-80CABC42B3B4}"/>
              </a:ext>
            </a:extLst>
          </p:cNvPr>
          <p:cNvSpPr>
            <a:spLocks noGrp="1"/>
          </p:cNvSpPr>
          <p:nvPr>
            <p:ph type="body" sz="quarter" idx="10" hasCustomPrompt="1"/>
          </p:nvPr>
        </p:nvSpPr>
        <p:spPr>
          <a:xfrm>
            <a:off x="727495" y="2718306"/>
            <a:ext cx="10413922" cy="618092"/>
          </a:xfrm>
        </p:spPr>
        <p:txBody>
          <a:bodyPr anchor="b"/>
          <a:lstStyle>
            <a:lvl1pPr marL="0" indent="0">
              <a:buNone/>
              <a:defRPr kumimoji="0" lang="en-US" sz="3400" b="1" i="0" u="none" strike="noStrike" kern="0" cap="none" spc="0" normalizeH="0" baseline="0" dirty="0" smtClean="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title</a:t>
            </a:r>
          </a:p>
        </p:txBody>
      </p:sp>
      <p:sp>
        <p:nvSpPr>
          <p:cNvPr id="17" name="Text Placeholder 19">
            <a:extLst>
              <a:ext uri="{FF2B5EF4-FFF2-40B4-BE49-F238E27FC236}">
                <a16:creationId xmlns:a16="http://schemas.microsoft.com/office/drawing/2014/main" id="{6B77141F-11B9-41C3-A797-C4B51F3FAE5C}"/>
              </a:ext>
            </a:extLst>
          </p:cNvPr>
          <p:cNvSpPr>
            <a:spLocks noGrp="1"/>
          </p:cNvSpPr>
          <p:nvPr>
            <p:ph type="body" sz="quarter" idx="13" hasCustomPrompt="1"/>
          </p:nvPr>
        </p:nvSpPr>
        <p:spPr>
          <a:xfrm>
            <a:off x="727496" y="3336398"/>
            <a:ext cx="10413920" cy="433694"/>
          </a:xfrm>
        </p:spPr>
        <p:txBody>
          <a:bodyPr/>
          <a:lstStyle>
            <a:lvl1pPr marL="0" indent="0">
              <a:buNone/>
              <a:defRPr sz="2000">
                <a:solidFill>
                  <a:schemeClr val="tx1"/>
                </a:solidFill>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Divider subtitle</a:t>
            </a:r>
          </a:p>
        </p:txBody>
      </p:sp>
    </p:spTree>
    <p:extLst>
      <p:ext uri="{BB962C8B-B14F-4D97-AF65-F5344CB8AC3E}">
        <p14:creationId xmlns:p14="http://schemas.microsoft.com/office/powerpoint/2010/main" val="4121878669"/>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hank You">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83D341-FAA7-4F98-8CA9-A0ED884FDC47}"/>
              </a:ext>
            </a:extLst>
          </p:cNvPr>
          <p:cNvSpPr/>
          <p:nvPr/>
        </p:nvSpPr>
        <p:spPr>
          <a:xfrm>
            <a:off x="827228" y="2718306"/>
            <a:ext cx="2651688" cy="61555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0" cap="none" spc="0" normalizeH="0" baseline="0" noProof="0">
                <a:ln>
                  <a:noFill/>
                </a:ln>
                <a:solidFill>
                  <a:schemeClr val="tx2"/>
                </a:solidFill>
                <a:effectLst/>
                <a:uLnTx/>
                <a:uFillTx/>
                <a:latin typeface="Montserrat ExtraBold" pitchFamily="2" charset="77"/>
                <a:ea typeface="+mn-ea"/>
                <a:cs typeface="+mn-cs"/>
                <a:sym typeface="Trebuchet MS"/>
              </a:rPr>
              <a:t>Thank you</a:t>
            </a:r>
          </a:p>
        </p:txBody>
      </p:sp>
      <p:sp>
        <p:nvSpPr>
          <p:cNvPr id="4" name="Rectangle 3">
            <a:extLst>
              <a:ext uri="{FF2B5EF4-FFF2-40B4-BE49-F238E27FC236}">
                <a16:creationId xmlns:a16="http://schemas.microsoft.com/office/drawing/2014/main" id="{8A168A63-1B60-4D41-8A76-6292D5D87A21}"/>
              </a:ext>
            </a:extLst>
          </p:cNvPr>
          <p:cNvSpPr/>
          <p:nvPr/>
        </p:nvSpPr>
        <p:spPr>
          <a:xfrm>
            <a:off x="827228" y="3296697"/>
            <a:ext cx="350448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3"/>
                </a:solidFill>
                <a:effectLst/>
                <a:uLnTx/>
                <a:uFillTx/>
                <a:latin typeface="Montserrat SemiBold" pitchFamily="2" charset="77"/>
                <a:ea typeface="+mn-ea"/>
                <a:cs typeface="+mn-cs"/>
                <a:sym typeface="Trebuchet MS"/>
              </a:rPr>
              <a:t>Let’s do something great</a:t>
            </a:r>
          </a:p>
        </p:txBody>
      </p:sp>
    </p:spTree>
    <p:extLst>
      <p:ext uri="{BB962C8B-B14F-4D97-AF65-F5344CB8AC3E}">
        <p14:creationId xmlns:p14="http://schemas.microsoft.com/office/powerpoint/2010/main" val="2893885216"/>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Black Footer blank">
    <p:bg>
      <p:bgPr>
        <a:solidFill>
          <a:schemeClr val="tx2"/>
        </a:solidFill>
        <a:effectLst/>
      </p:bgPr>
    </p:bg>
    <p:spTree>
      <p:nvGrpSpPr>
        <p:cNvPr id="1" name=""/>
        <p:cNvGrpSpPr/>
        <p:nvPr/>
      </p:nvGrpSpPr>
      <p:grpSpPr>
        <a:xfrm>
          <a:off x="0" y="0"/>
          <a:ext cx="0" cy="0"/>
          <a:chOff x="0" y="0"/>
          <a:chExt cx="0" cy="0"/>
        </a:xfrm>
      </p:grpSpPr>
      <p:sp>
        <p:nvSpPr>
          <p:cNvPr id="2" name="Body Level One…">
            <a:extLst>
              <a:ext uri="{FF2B5EF4-FFF2-40B4-BE49-F238E27FC236}">
                <a16:creationId xmlns:a16="http://schemas.microsoft.com/office/drawing/2014/main" id="{816793BD-AE95-1BE9-84F1-710E527D752F}"/>
              </a:ext>
            </a:extLst>
          </p:cNvPr>
          <p:cNvSpPr txBox="1">
            <a:spLocks noGrp="1"/>
          </p:cNvSpPr>
          <p:nvPr>
            <p:ph type="body" sz="quarter" idx="22" hasCustomPrompt="1"/>
          </p:nvPr>
        </p:nvSpPr>
        <p:spPr>
          <a:xfrm>
            <a:off x="603769" y="5581789"/>
            <a:ext cx="10661375"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accent2"/>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6" name="Title 1">
            <a:extLst>
              <a:ext uri="{FF2B5EF4-FFF2-40B4-BE49-F238E27FC236}">
                <a16:creationId xmlns:a16="http://schemas.microsoft.com/office/drawing/2014/main" id="{F2F65C9B-A5E2-CCBE-2973-02ADB0D80E6B}"/>
              </a:ext>
            </a:extLst>
          </p:cNvPr>
          <p:cNvSpPr>
            <a:spLocks noGrp="1"/>
          </p:cNvSpPr>
          <p:nvPr>
            <p:ph type="title" hasCustomPrompt="1"/>
          </p:nvPr>
        </p:nvSpPr>
        <p:spPr>
          <a:xfrm>
            <a:off x="603769" y="4609842"/>
            <a:ext cx="10661375" cy="962008"/>
          </a:xfrm>
          <a:prstGeom prst="rect">
            <a:avLst/>
          </a:prstGeom>
        </p:spPr>
        <p:txBody>
          <a:bodyPr/>
          <a:lstStyle>
            <a:lvl1pPr>
              <a:defRPr>
                <a:solidFill>
                  <a:schemeClr val="bg1"/>
                </a:solidFill>
              </a:defRPr>
            </a:lvl1pPr>
          </a:lstStyle>
          <a:p>
            <a:r>
              <a:rPr lang="en-US" noProof="0"/>
              <a:t>Edit title text</a:t>
            </a:r>
          </a:p>
        </p:txBody>
      </p:sp>
      <p:pic>
        <p:nvPicPr>
          <p:cNvPr id="3" name="Picture 2">
            <a:extLst>
              <a:ext uri="{FF2B5EF4-FFF2-40B4-BE49-F238E27FC236}">
                <a16:creationId xmlns:a16="http://schemas.microsoft.com/office/drawing/2014/main" id="{7A3C0BE9-C3A6-8A0C-EB5F-5069B42EC029}"/>
              </a:ext>
            </a:extLst>
          </p:cNvPr>
          <p:cNvPicPr>
            <a:picLocks noChangeAspect="1"/>
          </p:cNvPicPr>
          <p:nvPr userDrawn="1"/>
        </p:nvPicPr>
        <p:blipFill>
          <a:blip r:embed="rId2"/>
          <a:stretch>
            <a:fillRect/>
          </a:stretch>
        </p:blipFill>
        <p:spPr>
          <a:xfrm>
            <a:off x="11639640" y="6562553"/>
            <a:ext cx="430331" cy="209917"/>
          </a:xfrm>
          <a:prstGeom prst="rect">
            <a:avLst/>
          </a:prstGeom>
        </p:spPr>
      </p:pic>
      <p:sp>
        <p:nvSpPr>
          <p:cNvPr id="7" name="Slide Number Placeholder 5">
            <a:extLst>
              <a:ext uri="{FF2B5EF4-FFF2-40B4-BE49-F238E27FC236}">
                <a16:creationId xmlns:a16="http://schemas.microsoft.com/office/drawing/2014/main" id="{CCABB610-2A04-9B4A-9540-0587E1AE2F9F}"/>
              </a:ext>
            </a:extLst>
          </p:cNvPr>
          <p:cNvSpPr txBox="1">
            <a:spLocks/>
          </p:cNvSpPr>
          <p:nvPr userDrawn="1"/>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dirty="0">
              <a:ln>
                <a:noFill/>
              </a:ln>
              <a:solidFill>
                <a:schemeClr val="bg1"/>
              </a:solidFill>
              <a:effectLst/>
              <a:uLnTx/>
              <a:uFillTx/>
              <a:latin typeface="Montserrat" pitchFamily="2" charset="77"/>
              <a:ea typeface="+mn-ea"/>
              <a:cs typeface="Arial"/>
            </a:endParaRPr>
          </a:p>
        </p:txBody>
      </p:sp>
      <p:sp>
        <p:nvSpPr>
          <p:cNvPr id="11" name="Slide Number">
            <a:extLst>
              <a:ext uri="{FF2B5EF4-FFF2-40B4-BE49-F238E27FC236}">
                <a16:creationId xmlns:a16="http://schemas.microsoft.com/office/drawing/2014/main" id="{67A5397A-046A-D303-35B8-F29B7B458BDD}"/>
              </a:ext>
            </a:extLst>
          </p:cNvPr>
          <p:cNvSpPr txBox="1">
            <a:spLocks/>
          </p:cNvSpPr>
          <p:nvPr userDrawn="1"/>
        </p:nvSpPr>
        <p:spPr>
          <a:xfrm>
            <a:off x="8225676" y="6574575"/>
            <a:ext cx="335506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13" name="Picture 12">
            <a:extLst>
              <a:ext uri="{FF2B5EF4-FFF2-40B4-BE49-F238E27FC236}">
                <a16:creationId xmlns:a16="http://schemas.microsoft.com/office/drawing/2014/main" id="{8A2ED007-D2C6-EDAF-FD4A-2276457070DD}"/>
              </a:ext>
            </a:extLst>
          </p:cNvPr>
          <p:cNvPicPr>
            <a:picLocks noChangeAspect="1"/>
          </p:cNvPicPr>
          <p:nvPr userDrawn="1"/>
        </p:nvPicPr>
        <p:blipFill>
          <a:blip r:embed="rId3"/>
          <a:stretch>
            <a:fillRect/>
          </a:stretch>
        </p:blipFill>
        <p:spPr>
          <a:xfrm>
            <a:off x="167916" y="6544088"/>
            <a:ext cx="1034025" cy="164592"/>
          </a:xfrm>
          <a:prstGeom prst="rect">
            <a:avLst/>
          </a:prstGeom>
        </p:spPr>
      </p:pic>
    </p:spTree>
    <p:extLst>
      <p:ext uri="{BB962C8B-B14F-4D97-AF65-F5344CB8AC3E}">
        <p14:creationId xmlns:p14="http://schemas.microsoft.com/office/powerpoint/2010/main" val="32206762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hite Foote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0615892"/>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sp>
        <p:nvSpPr>
          <p:cNvPr id="5" name="AutoShape 3">
            <a:extLst>
              <a:ext uri="{FF2B5EF4-FFF2-40B4-BE49-F238E27FC236}">
                <a16:creationId xmlns:a16="http://schemas.microsoft.com/office/drawing/2014/main" id="{2A46676B-9F22-C515-6E24-41CC04FCA1FA}"/>
              </a:ext>
            </a:extLst>
          </p:cNvPr>
          <p:cNvSpPr>
            <a:spLocks noChangeAspect="1" noChangeArrowheads="1" noTextEdit="1"/>
          </p:cNvSpPr>
          <p:nvPr userDrawn="1"/>
        </p:nvSpPr>
        <p:spPr bwMode="auto">
          <a:xfrm>
            <a:off x="-2776538" y="492125"/>
            <a:ext cx="11768138" cy="587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5">
            <a:extLst>
              <a:ext uri="{FF2B5EF4-FFF2-40B4-BE49-F238E27FC236}">
                <a16:creationId xmlns:a16="http://schemas.microsoft.com/office/drawing/2014/main" id="{7B25CC76-D8CA-FD2F-06D4-0119E77DC3C1}"/>
              </a:ext>
            </a:extLst>
          </p:cNvPr>
          <p:cNvSpPr>
            <a:spLocks/>
          </p:cNvSpPr>
          <p:nvPr userDrawn="1"/>
        </p:nvSpPr>
        <p:spPr bwMode="auto">
          <a:xfrm>
            <a:off x="1" y="476250"/>
            <a:ext cx="11221328" cy="5889625"/>
          </a:xfrm>
          <a:custGeom>
            <a:avLst/>
            <a:gdLst>
              <a:gd name="T0" fmla="*/ 5225 w 6967"/>
              <a:gd name="T1" fmla="*/ 3483 h 3483"/>
              <a:gd name="T2" fmla="*/ 5225 w 6967"/>
              <a:gd name="T3" fmla="*/ 3483 h 3483"/>
              <a:gd name="T4" fmla="*/ 0 w 6967"/>
              <a:gd name="T5" fmla="*/ 3483 h 3483"/>
              <a:gd name="T6" fmla="*/ 0 w 6967"/>
              <a:gd name="T7" fmla="*/ 0 h 3483"/>
              <a:gd name="T8" fmla="*/ 5225 w 6967"/>
              <a:gd name="T9" fmla="*/ 0 h 3483"/>
              <a:gd name="T10" fmla="*/ 6967 w 6967"/>
              <a:gd name="T11" fmla="*/ 1741 h 3483"/>
              <a:gd name="T12" fmla="*/ 6967 w 6967"/>
              <a:gd name="T13" fmla="*/ 1741 h 3483"/>
              <a:gd name="T14" fmla="*/ 5225 w 6967"/>
              <a:gd name="T15" fmla="*/ 3483 h 3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67" h="3483">
                <a:moveTo>
                  <a:pt x="5225" y="3483"/>
                </a:moveTo>
                <a:lnTo>
                  <a:pt x="5225" y="3483"/>
                </a:lnTo>
                <a:lnTo>
                  <a:pt x="0" y="3483"/>
                </a:lnTo>
                <a:lnTo>
                  <a:pt x="0" y="0"/>
                </a:lnTo>
                <a:lnTo>
                  <a:pt x="5225" y="0"/>
                </a:lnTo>
                <a:cubicBezTo>
                  <a:pt x="6187" y="0"/>
                  <a:pt x="6967" y="779"/>
                  <a:pt x="6967" y="1741"/>
                </a:cubicBezTo>
                <a:lnTo>
                  <a:pt x="6967" y="1741"/>
                </a:lnTo>
                <a:cubicBezTo>
                  <a:pt x="6967" y="2703"/>
                  <a:pt x="6187" y="3483"/>
                  <a:pt x="5225" y="3483"/>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6">
            <a:extLst>
              <a:ext uri="{FF2B5EF4-FFF2-40B4-BE49-F238E27FC236}">
                <a16:creationId xmlns:a16="http://schemas.microsoft.com/office/drawing/2014/main" id="{1DA3A26D-803E-69E3-1A34-6D1E85491353}"/>
              </a:ext>
            </a:extLst>
          </p:cNvPr>
          <p:cNvSpPr>
            <a:spLocks/>
          </p:cNvSpPr>
          <p:nvPr userDrawn="1"/>
        </p:nvSpPr>
        <p:spPr bwMode="auto">
          <a:xfrm>
            <a:off x="5471770" y="476250"/>
            <a:ext cx="5892801" cy="5888038"/>
          </a:xfrm>
          <a:custGeom>
            <a:avLst/>
            <a:gdLst>
              <a:gd name="T0" fmla="*/ 3484 w 3484"/>
              <a:gd name="T1" fmla="*/ 1741 h 3482"/>
              <a:gd name="T2" fmla="*/ 3484 w 3484"/>
              <a:gd name="T3" fmla="*/ 1741 h 3482"/>
              <a:gd name="T4" fmla="*/ 1742 w 3484"/>
              <a:gd name="T5" fmla="*/ 3482 h 3482"/>
              <a:gd name="T6" fmla="*/ 0 w 3484"/>
              <a:gd name="T7" fmla="*/ 1741 h 3482"/>
              <a:gd name="T8" fmla="*/ 1742 w 3484"/>
              <a:gd name="T9" fmla="*/ 0 h 3482"/>
              <a:gd name="T10" fmla="*/ 3484 w 3484"/>
              <a:gd name="T11" fmla="*/ 1741 h 3482"/>
            </a:gdLst>
            <a:ahLst/>
            <a:cxnLst>
              <a:cxn ang="0">
                <a:pos x="T0" y="T1"/>
              </a:cxn>
              <a:cxn ang="0">
                <a:pos x="T2" y="T3"/>
              </a:cxn>
              <a:cxn ang="0">
                <a:pos x="T4" y="T5"/>
              </a:cxn>
              <a:cxn ang="0">
                <a:pos x="T6" y="T7"/>
              </a:cxn>
              <a:cxn ang="0">
                <a:pos x="T8" y="T9"/>
              </a:cxn>
              <a:cxn ang="0">
                <a:pos x="T10" y="T11"/>
              </a:cxn>
            </a:cxnLst>
            <a:rect l="0" t="0" r="r" b="b"/>
            <a:pathLst>
              <a:path w="3484" h="3482">
                <a:moveTo>
                  <a:pt x="3484" y="1741"/>
                </a:moveTo>
                <a:lnTo>
                  <a:pt x="3484" y="1741"/>
                </a:lnTo>
                <a:cubicBezTo>
                  <a:pt x="3484" y="2703"/>
                  <a:pt x="2704" y="3482"/>
                  <a:pt x="1742" y="3482"/>
                </a:cubicBezTo>
                <a:cubicBezTo>
                  <a:pt x="780" y="3482"/>
                  <a:pt x="0" y="2703"/>
                  <a:pt x="0" y="1741"/>
                </a:cubicBezTo>
                <a:cubicBezTo>
                  <a:pt x="0" y="779"/>
                  <a:pt x="780" y="0"/>
                  <a:pt x="1742" y="0"/>
                </a:cubicBezTo>
                <a:cubicBezTo>
                  <a:pt x="2704" y="0"/>
                  <a:pt x="3484" y="779"/>
                  <a:pt x="3484" y="1741"/>
                </a:cubicBezTo>
                <a:close/>
              </a:path>
            </a:pathLst>
          </a:custGeom>
          <a:solidFill>
            <a:srgbClr val="003D5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Text Placeholder 15">
            <a:extLst>
              <a:ext uri="{FF2B5EF4-FFF2-40B4-BE49-F238E27FC236}">
                <a16:creationId xmlns:a16="http://schemas.microsoft.com/office/drawing/2014/main" id="{71D8D48F-B752-65A1-4A37-1FEB823149B5}"/>
              </a:ext>
            </a:extLst>
          </p:cNvPr>
          <p:cNvSpPr>
            <a:spLocks noGrp="1"/>
          </p:cNvSpPr>
          <p:nvPr>
            <p:ph type="body" sz="quarter" idx="10" hasCustomPrompt="1"/>
          </p:nvPr>
        </p:nvSpPr>
        <p:spPr>
          <a:xfrm>
            <a:off x="6246463" y="2773436"/>
            <a:ext cx="4214895" cy="1311128"/>
          </a:xfrm>
        </p:spPr>
        <p:txBody>
          <a:bodyPr anchor="ctr">
            <a:noAutofit/>
          </a:bodyPr>
          <a:lstStyle>
            <a:lvl1pPr marL="0" indent="0" algn="ctr">
              <a:buNone/>
              <a:defRPr kumimoji="0" lang="en-US" sz="4400" b="1" i="0" u="none" strike="noStrike" kern="0" cap="none" spc="0" normalizeH="0" baseline="0" dirty="0" smtClean="0">
                <a:ln>
                  <a:noFill/>
                </a:ln>
                <a:solidFill>
                  <a:schemeClr val="bg1"/>
                </a:solidFill>
                <a:effectLst/>
                <a:uLnTx/>
                <a:uFillTx/>
                <a:latin typeface="Montserrat" pitchFamily="2" charset="77"/>
                <a:ea typeface="Montserrat" pitchFamily="2" charset="77"/>
                <a:cs typeface="Montserrat"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Brand asset slide divider</a:t>
            </a:r>
          </a:p>
        </p:txBody>
      </p:sp>
      <p:sp>
        <p:nvSpPr>
          <p:cNvPr id="12" name="Slide Number">
            <a:extLst>
              <a:ext uri="{FF2B5EF4-FFF2-40B4-BE49-F238E27FC236}">
                <a16:creationId xmlns:a16="http://schemas.microsoft.com/office/drawing/2014/main" id="{AFD7135C-D0BB-1D23-F742-69EB349A545A}"/>
              </a:ext>
            </a:extLst>
          </p:cNvPr>
          <p:cNvSpPr txBox="1">
            <a:spLocks/>
          </p:cNvSpPr>
          <p:nvPr userDrawn="1"/>
        </p:nvSpPr>
        <p:spPr>
          <a:xfrm>
            <a:off x="8762240"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mn-lt"/>
                <a:cs typeface="Arial Narrow" panose="020B0604020202020204" pitchFamily="34" charset="0"/>
                <a:sym typeface="Trebuchet MS"/>
              </a:rPr>
              <a:t>© 2025 Concentrix Corp. All rights reserved. Confidential and proprietary.</a:t>
            </a:r>
          </a:p>
        </p:txBody>
      </p:sp>
      <p:pic>
        <p:nvPicPr>
          <p:cNvPr id="13" name="Graphic 12">
            <a:extLst>
              <a:ext uri="{FF2B5EF4-FFF2-40B4-BE49-F238E27FC236}">
                <a16:creationId xmlns:a16="http://schemas.microsoft.com/office/drawing/2014/main" id="{150992BA-D837-178D-1C91-DA8A42125B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0265" y="6537614"/>
            <a:ext cx="1090626" cy="174500"/>
          </a:xfrm>
          <a:prstGeom prst="rect">
            <a:avLst/>
          </a:prstGeom>
        </p:spPr>
      </p:pic>
    </p:spTree>
    <p:extLst>
      <p:ext uri="{BB962C8B-B14F-4D97-AF65-F5344CB8AC3E}">
        <p14:creationId xmlns:p14="http://schemas.microsoft.com/office/powerpoint/2010/main" val="2900835786"/>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5B37A8-9115-9FE1-C96E-6C4E8F1980A0}"/>
              </a:ext>
            </a:extLst>
          </p:cNvPr>
          <p:cNvPicPr>
            <a:picLocks noChangeAspect="1"/>
          </p:cNvPicPr>
          <p:nvPr userDrawn="1"/>
        </p:nvPicPr>
        <p:blipFill>
          <a:blip r:embed="rId2"/>
          <a:stretch>
            <a:fillRect/>
          </a:stretch>
        </p:blipFill>
        <p:spPr>
          <a:xfrm>
            <a:off x="154498" y="6543107"/>
            <a:ext cx="1034025" cy="164592"/>
          </a:xfrm>
          <a:prstGeom prst="rect">
            <a:avLst/>
          </a:prstGeom>
        </p:spPr>
      </p:pic>
      <p:sp>
        <p:nvSpPr>
          <p:cNvPr id="4" name="Freeform 5">
            <a:extLst>
              <a:ext uri="{FF2B5EF4-FFF2-40B4-BE49-F238E27FC236}">
                <a16:creationId xmlns:a16="http://schemas.microsoft.com/office/drawing/2014/main" id="{CE7ED01B-DB0B-A69F-E428-974480AE87EB}"/>
              </a:ext>
            </a:extLst>
          </p:cNvPr>
          <p:cNvSpPr>
            <a:spLocks/>
          </p:cNvSpPr>
          <p:nvPr userDrawn="1"/>
        </p:nvSpPr>
        <p:spPr bwMode="auto">
          <a:xfrm>
            <a:off x="1" y="476250"/>
            <a:ext cx="11221328" cy="5889625"/>
          </a:xfrm>
          <a:custGeom>
            <a:avLst/>
            <a:gdLst>
              <a:gd name="T0" fmla="*/ 5225 w 6967"/>
              <a:gd name="T1" fmla="*/ 3483 h 3483"/>
              <a:gd name="T2" fmla="*/ 5225 w 6967"/>
              <a:gd name="T3" fmla="*/ 3483 h 3483"/>
              <a:gd name="T4" fmla="*/ 0 w 6967"/>
              <a:gd name="T5" fmla="*/ 3483 h 3483"/>
              <a:gd name="T6" fmla="*/ 0 w 6967"/>
              <a:gd name="T7" fmla="*/ 0 h 3483"/>
              <a:gd name="T8" fmla="*/ 5225 w 6967"/>
              <a:gd name="T9" fmla="*/ 0 h 3483"/>
              <a:gd name="T10" fmla="*/ 6967 w 6967"/>
              <a:gd name="T11" fmla="*/ 1741 h 3483"/>
              <a:gd name="T12" fmla="*/ 6967 w 6967"/>
              <a:gd name="T13" fmla="*/ 1741 h 3483"/>
              <a:gd name="T14" fmla="*/ 5225 w 6967"/>
              <a:gd name="T15" fmla="*/ 3483 h 3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67" h="3483">
                <a:moveTo>
                  <a:pt x="5225" y="3483"/>
                </a:moveTo>
                <a:lnTo>
                  <a:pt x="5225" y="3483"/>
                </a:lnTo>
                <a:lnTo>
                  <a:pt x="0" y="3483"/>
                </a:lnTo>
                <a:lnTo>
                  <a:pt x="0" y="0"/>
                </a:lnTo>
                <a:lnTo>
                  <a:pt x="5225" y="0"/>
                </a:lnTo>
                <a:cubicBezTo>
                  <a:pt x="6187" y="0"/>
                  <a:pt x="6967" y="779"/>
                  <a:pt x="6967" y="1741"/>
                </a:cubicBezTo>
                <a:lnTo>
                  <a:pt x="6967" y="1741"/>
                </a:lnTo>
                <a:cubicBezTo>
                  <a:pt x="6967" y="2703"/>
                  <a:pt x="6187" y="3483"/>
                  <a:pt x="5225" y="3483"/>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ECBC4F4A-5E4E-CD3D-1057-306BFDDA6918}"/>
              </a:ext>
            </a:extLst>
          </p:cNvPr>
          <p:cNvSpPr>
            <a:spLocks/>
          </p:cNvSpPr>
          <p:nvPr userDrawn="1"/>
        </p:nvSpPr>
        <p:spPr bwMode="auto">
          <a:xfrm>
            <a:off x="5471770" y="476250"/>
            <a:ext cx="5892801" cy="5888038"/>
          </a:xfrm>
          <a:custGeom>
            <a:avLst/>
            <a:gdLst>
              <a:gd name="T0" fmla="*/ 3484 w 3484"/>
              <a:gd name="T1" fmla="*/ 1741 h 3482"/>
              <a:gd name="T2" fmla="*/ 3484 w 3484"/>
              <a:gd name="T3" fmla="*/ 1741 h 3482"/>
              <a:gd name="T4" fmla="*/ 1742 w 3484"/>
              <a:gd name="T5" fmla="*/ 3482 h 3482"/>
              <a:gd name="T6" fmla="*/ 0 w 3484"/>
              <a:gd name="T7" fmla="*/ 1741 h 3482"/>
              <a:gd name="T8" fmla="*/ 1742 w 3484"/>
              <a:gd name="T9" fmla="*/ 0 h 3482"/>
              <a:gd name="T10" fmla="*/ 3484 w 3484"/>
              <a:gd name="T11" fmla="*/ 1741 h 3482"/>
            </a:gdLst>
            <a:ahLst/>
            <a:cxnLst>
              <a:cxn ang="0">
                <a:pos x="T0" y="T1"/>
              </a:cxn>
              <a:cxn ang="0">
                <a:pos x="T2" y="T3"/>
              </a:cxn>
              <a:cxn ang="0">
                <a:pos x="T4" y="T5"/>
              </a:cxn>
              <a:cxn ang="0">
                <a:pos x="T6" y="T7"/>
              </a:cxn>
              <a:cxn ang="0">
                <a:pos x="T8" y="T9"/>
              </a:cxn>
              <a:cxn ang="0">
                <a:pos x="T10" y="T11"/>
              </a:cxn>
            </a:cxnLst>
            <a:rect l="0" t="0" r="r" b="b"/>
            <a:pathLst>
              <a:path w="3484" h="3482">
                <a:moveTo>
                  <a:pt x="3484" y="1741"/>
                </a:moveTo>
                <a:lnTo>
                  <a:pt x="3484" y="1741"/>
                </a:lnTo>
                <a:cubicBezTo>
                  <a:pt x="3484" y="2703"/>
                  <a:pt x="2704" y="3482"/>
                  <a:pt x="1742" y="3482"/>
                </a:cubicBezTo>
                <a:cubicBezTo>
                  <a:pt x="780" y="3482"/>
                  <a:pt x="0" y="2703"/>
                  <a:pt x="0" y="1741"/>
                </a:cubicBezTo>
                <a:cubicBezTo>
                  <a:pt x="0" y="779"/>
                  <a:pt x="780" y="0"/>
                  <a:pt x="1742" y="0"/>
                </a:cubicBezTo>
                <a:cubicBezTo>
                  <a:pt x="2704" y="0"/>
                  <a:pt x="3484" y="779"/>
                  <a:pt x="3484" y="174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Text Placeholder 15">
            <a:extLst>
              <a:ext uri="{FF2B5EF4-FFF2-40B4-BE49-F238E27FC236}">
                <a16:creationId xmlns:a16="http://schemas.microsoft.com/office/drawing/2014/main" id="{F22C9450-4FDC-BBA4-C36F-C40F52F9ECD8}"/>
              </a:ext>
            </a:extLst>
          </p:cNvPr>
          <p:cNvSpPr>
            <a:spLocks noGrp="1"/>
          </p:cNvSpPr>
          <p:nvPr>
            <p:ph type="body" sz="quarter" idx="10" hasCustomPrompt="1"/>
          </p:nvPr>
        </p:nvSpPr>
        <p:spPr>
          <a:xfrm>
            <a:off x="6246463" y="2773436"/>
            <a:ext cx="4214895" cy="1311128"/>
          </a:xfrm>
        </p:spPr>
        <p:txBody>
          <a:bodyPr anchor="ctr">
            <a:noAutofit/>
          </a:bodyPr>
          <a:lstStyle>
            <a:lvl1pPr marL="0" indent="0" algn="ctr">
              <a:buNone/>
              <a:defRPr kumimoji="0" lang="en-US" sz="4400" b="1" i="0" u="none" strike="noStrike" kern="0" cap="none" spc="0" normalizeH="0" baseline="0" dirty="0" smtClean="0">
                <a:ln>
                  <a:noFill/>
                </a:ln>
                <a:solidFill>
                  <a:schemeClr val="accent1"/>
                </a:solidFill>
                <a:effectLst/>
                <a:uLnTx/>
                <a:uFillTx/>
                <a:latin typeface="Montserrat" pitchFamily="2" charset="77"/>
                <a:ea typeface="Montserrat" pitchFamily="2" charset="77"/>
                <a:cs typeface="Montserrat" pitchFamily="2" charset="77"/>
                <a:sym typeface="Trebuchet MS"/>
              </a:defRPr>
            </a:lvl1pPr>
            <a:lvl2pPr marL="227012" indent="0">
              <a:buNone/>
              <a:defRPr/>
            </a:lvl2pPr>
            <a:lvl3pPr marL="457200" indent="0">
              <a:buNone/>
              <a:defRPr/>
            </a:lvl3pPr>
            <a:lvl4pPr marL="685800" indent="0">
              <a:buNone/>
              <a:defRPr/>
            </a:lvl4pPr>
            <a:lvl5pPr marL="911225" indent="0">
              <a:buNone/>
              <a:defRPr/>
            </a:lvl5pPr>
          </a:lstStyle>
          <a:p>
            <a:pPr lvl="0"/>
            <a:r>
              <a:rPr lang="en-US" noProof="0"/>
              <a:t>Brand asset slide divider</a:t>
            </a:r>
          </a:p>
        </p:txBody>
      </p:sp>
      <p:sp>
        <p:nvSpPr>
          <p:cNvPr id="11" name="Slide Number">
            <a:extLst>
              <a:ext uri="{FF2B5EF4-FFF2-40B4-BE49-F238E27FC236}">
                <a16:creationId xmlns:a16="http://schemas.microsoft.com/office/drawing/2014/main" id="{1271A1CF-A310-A719-319E-4F7049144BA9}"/>
              </a:ext>
            </a:extLst>
          </p:cNvPr>
          <p:cNvSpPr txBox="1">
            <a:spLocks/>
          </p:cNvSpPr>
          <p:nvPr userDrawn="1"/>
        </p:nvSpPr>
        <p:spPr>
          <a:xfrm>
            <a:off x="8762240"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1932026771"/>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12D0657-62A2-46EB-B9EA-23E37F2FD5BF}"/>
              </a:ext>
            </a:extLst>
          </p:cNvPr>
          <p:cNvSpPr/>
          <p:nvPr userDrawn="1"/>
        </p:nvSpPr>
        <p:spPr>
          <a:xfrm>
            <a:off x="5140008" y="3997089"/>
            <a:ext cx="1588897" cy="563231"/>
          </a:xfrm>
          <a:prstGeom prst="rect">
            <a:avLst/>
          </a:prstGeom>
        </p:spPr>
        <p:txBody>
          <a:bodyPr wrap="none">
            <a:spAutoFit/>
          </a:bodyPr>
          <a:lstStyle/>
          <a:p>
            <a:pPr marL="0" marR="0" lvl="0" indent="0" algn="l"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kumimoji="0" lang="en-US" sz="3400" b="0" i="0" u="none" strike="noStrike" kern="0" cap="none" spc="0" normalizeH="0" baseline="0" noProof="0">
                <a:ln>
                  <a:noFill/>
                </a:ln>
                <a:solidFill>
                  <a:schemeClr val="tx2"/>
                </a:solidFill>
                <a:effectLst/>
                <a:uLnTx/>
                <a:uFillTx/>
                <a:latin typeface="Arial Black"/>
                <a:ea typeface="+mn-ea"/>
                <a:cs typeface="+mn-cs"/>
                <a:sym typeface="Trebuchet MS"/>
              </a:rPr>
              <a:t>Break</a:t>
            </a:r>
          </a:p>
        </p:txBody>
      </p:sp>
      <p:sp>
        <p:nvSpPr>
          <p:cNvPr id="4" name="Freeform 3">
            <a:extLst>
              <a:ext uri="{FF2B5EF4-FFF2-40B4-BE49-F238E27FC236}">
                <a16:creationId xmlns:a16="http://schemas.microsoft.com/office/drawing/2014/main" id="{910D6C10-6DE7-1238-82A7-87B5EB1B5511}"/>
              </a:ext>
            </a:extLst>
          </p:cNvPr>
          <p:cNvSpPr/>
          <p:nvPr/>
        </p:nvSpPr>
        <p:spPr>
          <a:xfrm>
            <a:off x="5824884" y="3027486"/>
            <a:ext cx="848235" cy="745970"/>
          </a:xfrm>
          <a:custGeom>
            <a:avLst/>
            <a:gdLst>
              <a:gd name="connsiteX0" fmla="*/ 338970 w 848235"/>
              <a:gd name="connsiteY0" fmla="*/ -405 h 745970"/>
              <a:gd name="connsiteX1" fmla="*/ 617195 w 848235"/>
              <a:gd name="connsiteY1" fmla="*/ -405 h 745970"/>
              <a:gd name="connsiteX2" fmla="*/ 675679 w 848235"/>
              <a:gd name="connsiteY2" fmla="*/ 57506 h 745970"/>
              <a:gd name="connsiteX3" fmla="*/ 727589 w 848235"/>
              <a:gd name="connsiteY3" fmla="*/ 109894 h 745970"/>
              <a:gd name="connsiteX4" fmla="*/ 802837 w 848235"/>
              <a:gd name="connsiteY4" fmla="*/ 109894 h 745970"/>
              <a:gd name="connsiteX5" fmla="*/ 846652 w 848235"/>
              <a:gd name="connsiteY5" fmla="*/ 153899 h 745970"/>
              <a:gd name="connsiteX6" fmla="*/ 694252 w 848235"/>
              <a:gd name="connsiteY6" fmla="*/ 502609 h 745970"/>
              <a:gd name="connsiteX7" fmla="*/ 675202 w 848235"/>
              <a:gd name="connsiteY7" fmla="*/ 545281 h 745970"/>
              <a:gd name="connsiteX8" fmla="*/ 638149 w 848235"/>
              <a:gd name="connsiteY8" fmla="*/ 684346 h 745970"/>
              <a:gd name="connsiteX9" fmla="*/ 521468 w 848235"/>
              <a:gd name="connsiteY9" fmla="*/ 743306 h 745970"/>
              <a:gd name="connsiteX10" fmla="*/ 163138 w 848235"/>
              <a:gd name="connsiteY10" fmla="*/ 743877 h 745970"/>
              <a:gd name="connsiteX11" fmla="*/ -692 w 848235"/>
              <a:gd name="connsiteY11" fmla="*/ 572427 h 745970"/>
              <a:gd name="connsiteX12" fmla="*/ -692 w 848235"/>
              <a:gd name="connsiteY12" fmla="*/ 51124 h 745970"/>
              <a:gd name="connsiteX13" fmla="*/ 53314 w 848235"/>
              <a:gd name="connsiteY13" fmla="*/ -1073 h 745970"/>
              <a:gd name="connsiteX14" fmla="*/ 338970 w 848235"/>
              <a:gd name="connsiteY14" fmla="*/ -405 h 745970"/>
              <a:gd name="connsiteX15" fmla="*/ 83414 w 848235"/>
              <a:gd name="connsiteY15" fmla="*/ 344209 h 745970"/>
              <a:gd name="connsiteX16" fmla="*/ 83414 w 848235"/>
              <a:gd name="connsiteY16" fmla="*/ 569856 h 745970"/>
              <a:gd name="connsiteX17" fmla="*/ 176473 w 848235"/>
              <a:gd name="connsiteY17" fmla="*/ 662534 h 745970"/>
              <a:gd name="connsiteX18" fmla="*/ 497371 w 848235"/>
              <a:gd name="connsiteY18" fmla="*/ 662534 h 745970"/>
              <a:gd name="connsiteX19" fmla="*/ 592621 w 848235"/>
              <a:gd name="connsiteY19" fmla="*/ 568808 h 745970"/>
              <a:gd name="connsiteX20" fmla="*/ 593192 w 848235"/>
              <a:gd name="connsiteY20" fmla="*/ 102083 h 745970"/>
              <a:gd name="connsiteX21" fmla="*/ 571665 w 848235"/>
              <a:gd name="connsiteY21" fmla="*/ 81128 h 745970"/>
              <a:gd name="connsiteX22" fmla="*/ 104940 w 848235"/>
              <a:gd name="connsiteY22" fmla="*/ 81128 h 745970"/>
              <a:gd name="connsiteX23" fmla="*/ 82175 w 848235"/>
              <a:gd name="connsiteY23" fmla="*/ 105702 h 745970"/>
              <a:gd name="connsiteX24" fmla="*/ 83414 w 848235"/>
              <a:gd name="connsiteY24" fmla="*/ 344209 h 745970"/>
              <a:gd name="connsiteX25" fmla="*/ 675679 w 848235"/>
              <a:gd name="connsiteY25" fmla="*/ 401359 h 745970"/>
              <a:gd name="connsiteX26" fmla="*/ 754069 w 848235"/>
              <a:gd name="connsiteY26" fmla="*/ 243148 h 745970"/>
              <a:gd name="connsiteX27" fmla="*/ 713683 w 848235"/>
              <a:gd name="connsiteY27" fmla="*/ 193428 h 745970"/>
              <a:gd name="connsiteX28" fmla="*/ 691204 w 848235"/>
              <a:gd name="connsiteY28" fmla="*/ 193428 h 745970"/>
              <a:gd name="connsiteX29" fmla="*/ 675488 w 848235"/>
              <a:gd name="connsiteY29" fmla="*/ 209620 h 745970"/>
              <a:gd name="connsiteX30" fmla="*/ 675393 w 848235"/>
              <a:gd name="connsiteY30" fmla="*/ 401168 h 7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48235" h="745970">
                <a:moveTo>
                  <a:pt x="338970" y="-405"/>
                </a:moveTo>
                <a:lnTo>
                  <a:pt x="617195" y="-405"/>
                </a:lnTo>
                <a:cubicBezTo>
                  <a:pt x="662534" y="-405"/>
                  <a:pt x="675488" y="12644"/>
                  <a:pt x="675679" y="57506"/>
                </a:cubicBezTo>
                <a:cubicBezTo>
                  <a:pt x="675679" y="109894"/>
                  <a:pt x="675679" y="109894"/>
                  <a:pt x="727589" y="109894"/>
                </a:cubicBezTo>
                <a:cubicBezTo>
                  <a:pt x="752640" y="109894"/>
                  <a:pt x="777786" y="109322"/>
                  <a:pt x="802837" y="109894"/>
                </a:cubicBezTo>
                <a:cubicBezTo>
                  <a:pt x="830935" y="110941"/>
                  <a:pt x="846652" y="126467"/>
                  <a:pt x="846652" y="153899"/>
                </a:cubicBezTo>
                <a:cubicBezTo>
                  <a:pt x="846652" y="292298"/>
                  <a:pt x="797122" y="409550"/>
                  <a:pt x="694252" y="502609"/>
                </a:cubicBezTo>
                <a:cubicBezTo>
                  <a:pt x="681012" y="512611"/>
                  <a:pt x="673868" y="528708"/>
                  <a:pt x="675202" y="545281"/>
                </a:cubicBezTo>
                <a:cubicBezTo>
                  <a:pt x="677774" y="595383"/>
                  <a:pt x="672345" y="643389"/>
                  <a:pt x="638149" y="684346"/>
                </a:cubicBezTo>
                <a:cubicBezTo>
                  <a:pt x="607479" y="721208"/>
                  <a:pt x="568808" y="742734"/>
                  <a:pt x="521468" y="743306"/>
                </a:cubicBezTo>
                <a:cubicBezTo>
                  <a:pt x="402025" y="744831"/>
                  <a:pt x="282582" y="745688"/>
                  <a:pt x="163138" y="743877"/>
                </a:cubicBezTo>
                <a:cubicBezTo>
                  <a:pt x="65126" y="742449"/>
                  <a:pt x="260" y="675012"/>
                  <a:pt x="-692" y="572427"/>
                </a:cubicBezTo>
                <a:cubicBezTo>
                  <a:pt x="-2311" y="398691"/>
                  <a:pt x="-1359" y="224955"/>
                  <a:pt x="-692" y="51124"/>
                </a:cubicBezTo>
                <a:cubicBezTo>
                  <a:pt x="-692" y="13024"/>
                  <a:pt x="14262" y="-977"/>
                  <a:pt x="53314" y="-1073"/>
                </a:cubicBezTo>
                <a:cubicBezTo>
                  <a:pt x="148564" y="-596"/>
                  <a:pt x="243814" y="-405"/>
                  <a:pt x="338970" y="-405"/>
                </a:cubicBezTo>
                <a:close/>
                <a:moveTo>
                  <a:pt x="83414" y="344209"/>
                </a:moveTo>
                <a:cubicBezTo>
                  <a:pt x="83414" y="419456"/>
                  <a:pt x="83414" y="494704"/>
                  <a:pt x="83414" y="569856"/>
                </a:cubicBezTo>
                <a:cubicBezTo>
                  <a:pt x="83414" y="629673"/>
                  <a:pt x="116180" y="662344"/>
                  <a:pt x="176473" y="662534"/>
                </a:cubicBezTo>
                <a:cubicBezTo>
                  <a:pt x="283439" y="662534"/>
                  <a:pt x="390404" y="662534"/>
                  <a:pt x="497371" y="662534"/>
                </a:cubicBezTo>
                <a:cubicBezTo>
                  <a:pt x="559093" y="662534"/>
                  <a:pt x="592621" y="630245"/>
                  <a:pt x="592621" y="568808"/>
                </a:cubicBezTo>
                <a:cubicBezTo>
                  <a:pt x="593287" y="413360"/>
                  <a:pt x="592621" y="257913"/>
                  <a:pt x="593192" y="102083"/>
                </a:cubicBezTo>
                <a:cubicBezTo>
                  <a:pt x="593192" y="85414"/>
                  <a:pt x="587858" y="81128"/>
                  <a:pt x="571665" y="81128"/>
                </a:cubicBezTo>
                <a:cubicBezTo>
                  <a:pt x="416313" y="81700"/>
                  <a:pt x="260674" y="81700"/>
                  <a:pt x="104940" y="81128"/>
                </a:cubicBezTo>
                <a:cubicBezTo>
                  <a:pt x="84747" y="81128"/>
                  <a:pt x="81985" y="88367"/>
                  <a:pt x="82175" y="105702"/>
                </a:cubicBezTo>
                <a:cubicBezTo>
                  <a:pt x="83795" y="185426"/>
                  <a:pt x="83414" y="264866"/>
                  <a:pt x="83414" y="344209"/>
                </a:cubicBezTo>
                <a:close/>
                <a:moveTo>
                  <a:pt x="675679" y="401359"/>
                </a:moveTo>
                <a:cubicBezTo>
                  <a:pt x="714540" y="355924"/>
                  <a:pt x="741495" y="301537"/>
                  <a:pt x="754069" y="243148"/>
                </a:cubicBezTo>
                <a:cubicBezTo>
                  <a:pt x="765403" y="193524"/>
                  <a:pt x="765118" y="193428"/>
                  <a:pt x="713683" y="193428"/>
                </a:cubicBezTo>
                <a:cubicBezTo>
                  <a:pt x="706158" y="193428"/>
                  <a:pt x="698633" y="193428"/>
                  <a:pt x="691204" y="193428"/>
                </a:cubicBezTo>
                <a:cubicBezTo>
                  <a:pt x="679107" y="192570"/>
                  <a:pt x="675393" y="198000"/>
                  <a:pt x="675488" y="209620"/>
                </a:cubicBezTo>
                <a:cubicBezTo>
                  <a:pt x="675869" y="271057"/>
                  <a:pt x="675393" y="332779"/>
                  <a:pt x="675393" y="401168"/>
                </a:cubicBezTo>
                <a:close/>
              </a:path>
            </a:pathLst>
          </a:custGeom>
          <a:solidFill>
            <a:schemeClr val="accent1"/>
          </a:solidFill>
          <a:ln w="9525" cap="flat">
            <a:noFill/>
            <a:prstDash val="solid"/>
            <a:miter/>
          </a:ln>
        </p:spPr>
        <p:txBody>
          <a:bodyPr rtlCol="0" anchor="ctr"/>
          <a:lstStyle/>
          <a:p>
            <a:endParaRPr lang="en-US" noProof="0"/>
          </a:p>
        </p:txBody>
      </p:sp>
      <p:sp>
        <p:nvSpPr>
          <p:cNvPr id="5" name="Freeform 4">
            <a:extLst>
              <a:ext uri="{FF2B5EF4-FFF2-40B4-BE49-F238E27FC236}">
                <a16:creationId xmlns:a16="http://schemas.microsoft.com/office/drawing/2014/main" id="{C739672A-E0AC-D67A-16EC-9AAE3D2B3437}"/>
              </a:ext>
            </a:extLst>
          </p:cNvPr>
          <p:cNvSpPr/>
          <p:nvPr/>
        </p:nvSpPr>
        <p:spPr>
          <a:xfrm>
            <a:off x="5196189" y="2297656"/>
            <a:ext cx="960740" cy="1116619"/>
          </a:xfrm>
          <a:custGeom>
            <a:avLst/>
            <a:gdLst>
              <a:gd name="connsiteX0" fmla="*/ 539896 w 960740"/>
              <a:gd name="connsiteY0" fmla="*/ -953 h 1116619"/>
              <a:gd name="connsiteX1" fmla="*/ 941375 w 960740"/>
              <a:gd name="connsiteY1" fmla="*/ 146018 h 1116619"/>
              <a:gd name="connsiteX2" fmla="*/ 950042 w 960740"/>
              <a:gd name="connsiteY2" fmla="*/ 208311 h 1116619"/>
              <a:gd name="connsiteX3" fmla="*/ 883939 w 960740"/>
              <a:gd name="connsiteY3" fmla="*/ 207454 h 1116619"/>
              <a:gd name="connsiteX4" fmla="*/ 656673 w 960740"/>
              <a:gd name="connsiteY4" fmla="*/ 92106 h 1116619"/>
              <a:gd name="connsiteX5" fmla="*/ 89459 w 960740"/>
              <a:gd name="connsiteY5" fmla="*/ 485488 h 1116619"/>
              <a:gd name="connsiteX6" fmla="*/ 395688 w 960740"/>
              <a:gd name="connsiteY6" fmla="*/ 1008601 h 1116619"/>
              <a:gd name="connsiteX7" fmla="*/ 485128 w 960740"/>
              <a:gd name="connsiteY7" fmla="*/ 1031937 h 1116619"/>
              <a:gd name="connsiteX8" fmla="*/ 526752 w 960740"/>
              <a:gd name="connsiteY8" fmla="*/ 1083372 h 1116619"/>
              <a:gd name="connsiteX9" fmla="*/ 467792 w 960740"/>
              <a:gd name="connsiteY9" fmla="*/ 1113758 h 1116619"/>
              <a:gd name="connsiteX10" fmla="*/ 12211 w 960740"/>
              <a:gd name="connsiteY10" fmla="*/ 670845 h 1116619"/>
              <a:gd name="connsiteX11" fmla="*/ 138703 w 960740"/>
              <a:gd name="connsiteY11" fmla="*/ 192594 h 1116619"/>
              <a:gd name="connsiteX12" fmla="*/ 539896 w 960740"/>
              <a:gd name="connsiteY12" fmla="*/ -953 h 111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0740" h="1116619">
                <a:moveTo>
                  <a:pt x="539896" y="-953"/>
                </a:moveTo>
                <a:cubicBezTo>
                  <a:pt x="694582" y="-3811"/>
                  <a:pt x="827837" y="44577"/>
                  <a:pt x="941375" y="146018"/>
                </a:cubicBezTo>
                <a:cubicBezTo>
                  <a:pt x="961568" y="164019"/>
                  <a:pt x="964711" y="191071"/>
                  <a:pt x="950042" y="208311"/>
                </a:cubicBezTo>
                <a:cubicBezTo>
                  <a:pt x="932421" y="229076"/>
                  <a:pt x="908609" y="229362"/>
                  <a:pt x="883939" y="207454"/>
                </a:cubicBezTo>
                <a:cubicBezTo>
                  <a:pt x="819550" y="149827"/>
                  <a:pt x="741160" y="110109"/>
                  <a:pt x="656673" y="92106"/>
                </a:cubicBezTo>
                <a:cubicBezTo>
                  <a:pt x="395592" y="34956"/>
                  <a:pt x="128035" y="222218"/>
                  <a:pt x="89459" y="485488"/>
                </a:cubicBezTo>
                <a:cubicBezTo>
                  <a:pt x="55264" y="710279"/>
                  <a:pt x="182900" y="928401"/>
                  <a:pt x="395688" y="1008601"/>
                </a:cubicBezTo>
                <a:cubicBezTo>
                  <a:pt x="424739" y="1018983"/>
                  <a:pt x="454742" y="1026795"/>
                  <a:pt x="485128" y="1031937"/>
                </a:cubicBezTo>
                <a:cubicBezTo>
                  <a:pt x="516465" y="1037938"/>
                  <a:pt x="532085" y="1057846"/>
                  <a:pt x="526752" y="1083372"/>
                </a:cubicBezTo>
                <a:cubicBezTo>
                  <a:pt x="521417" y="1108900"/>
                  <a:pt x="499034" y="1120234"/>
                  <a:pt x="467792" y="1113758"/>
                </a:cubicBezTo>
                <a:cubicBezTo>
                  <a:pt x="221952" y="1062799"/>
                  <a:pt x="66409" y="914399"/>
                  <a:pt x="12211" y="670845"/>
                </a:cubicBezTo>
                <a:cubicBezTo>
                  <a:pt x="-27222" y="493585"/>
                  <a:pt x="18784" y="331088"/>
                  <a:pt x="138703" y="192594"/>
                </a:cubicBezTo>
                <a:cubicBezTo>
                  <a:pt x="244907" y="69912"/>
                  <a:pt x="381210" y="8000"/>
                  <a:pt x="539896" y="-953"/>
                </a:cubicBezTo>
                <a:close/>
              </a:path>
            </a:pathLst>
          </a:custGeom>
          <a:solidFill>
            <a:schemeClr val="accent1"/>
          </a:solidFill>
          <a:ln w="9525" cap="flat">
            <a:noFill/>
            <a:prstDash val="solid"/>
            <a:miter/>
          </a:ln>
        </p:spPr>
        <p:txBody>
          <a:bodyPr rtlCol="0" anchor="ctr"/>
          <a:lstStyle/>
          <a:p>
            <a:endParaRPr lang="en-US" noProof="0"/>
          </a:p>
        </p:txBody>
      </p:sp>
      <p:sp>
        <p:nvSpPr>
          <p:cNvPr id="6" name="Freeform 5">
            <a:extLst>
              <a:ext uri="{FF2B5EF4-FFF2-40B4-BE49-F238E27FC236}">
                <a16:creationId xmlns:a16="http://schemas.microsoft.com/office/drawing/2014/main" id="{974984E6-23A8-3C65-597F-8DBEBBCD4EC8}"/>
              </a:ext>
            </a:extLst>
          </p:cNvPr>
          <p:cNvSpPr/>
          <p:nvPr/>
        </p:nvSpPr>
        <p:spPr>
          <a:xfrm>
            <a:off x="5567553" y="2475673"/>
            <a:ext cx="233267" cy="425320"/>
          </a:xfrm>
          <a:custGeom>
            <a:avLst/>
            <a:gdLst>
              <a:gd name="connsiteX0" fmla="*/ 231684 w 233267"/>
              <a:gd name="connsiteY0" fmla="*/ 211841 h 425320"/>
              <a:gd name="connsiteX1" fmla="*/ 231684 w 233267"/>
              <a:gd name="connsiteY1" fmla="*/ 372241 h 425320"/>
              <a:gd name="connsiteX2" fmla="*/ 179772 w 233267"/>
              <a:gd name="connsiteY2" fmla="*/ 423963 h 425320"/>
              <a:gd name="connsiteX3" fmla="*/ 49470 w 233267"/>
              <a:gd name="connsiteY3" fmla="*/ 423963 h 425320"/>
              <a:gd name="connsiteX4" fmla="*/ -1584 w 233267"/>
              <a:gd name="connsiteY4" fmla="*/ 382528 h 425320"/>
              <a:gd name="connsiteX5" fmla="*/ 49280 w 233267"/>
              <a:gd name="connsiteY5" fmla="*/ 340904 h 425320"/>
              <a:gd name="connsiteX6" fmla="*/ 117002 w 233267"/>
              <a:gd name="connsiteY6" fmla="*/ 340904 h 425320"/>
              <a:gd name="connsiteX7" fmla="*/ 149197 w 233267"/>
              <a:gd name="connsiteY7" fmla="*/ 310138 h 425320"/>
              <a:gd name="connsiteX8" fmla="*/ 148531 w 233267"/>
              <a:gd name="connsiteY8" fmla="*/ 54488 h 425320"/>
              <a:gd name="connsiteX9" fmla="*/ 152626 w 233267"/>
              <a:gd name="connsiteY9" fmla="*/ 22579 h 425320"/>
              <a:gd name="connsiteX10" fmla="*/ 198346 w 233267"/>
              <a:gd name="connsiteY10" fmla="*/ 100 h 425320"/>
              <a:gd name="connsiteX11" fmla="*/ 231398 w 233267"/>
              <a:gd name="connsiteY11" fmla="*/ 41248 h 425320"/>
              <a:gd name="connsiteX12" fmla="*/ 231398 w 233267"/>
              <a:gd name="connsiteY12" fmla="*/ 211650 h 42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267" h="425320">
                <a:moveTo>
                  <a:pt x="231684" y="211841"/>
                </a:moveTo>
                <a:cubicBezTo>
                  <a:pt x="231684" y="265276"/>
                  <a:pt x="231684" y="318806"/>
                  <a:pt x="231684" y="372241"/>
                </a:cubicBezTo>
                <a:cubicBezTo>
                  <a:pt x="231684" y="409294"/>
                  <a:pt x="216919" y="423581"/>
                  <a:pt x="179772" y="423963"/>
                </a:cubicBezTo>
                <a:cubicBezTo>
                  <a:pt x="136338" y="424343"/>
                  <a:pt x="92904" y="424343"/>
                  <a:pt x="49470" y="423963"/>
                </a:cubicBezTo>
                <a:cubicBezTo>
                  <a:pt x="15751" y="423963"/>
                  <a:pt x="-1488" y="409294"/>
                  <a:pt x="-1584" y="382528"/>
                </a:cubicBezTo>
                <a:cubicBezTo>
                  <a:pt x="-1679" y="355763"/>
                  <a:pt x="14895" y="341476"/>
                  <a:pt x="49280" y="340904"/>
                </a:cubicBezTo>
                <a:cubicBezTo>
                  <a:pt x="71854" y="339666"/>
                  <a:pt x="94428" y="339666"/>
                  <a:pt x="117002" y="340904"/>
                </a:cubicBezTo>
                <a:cubicBezTo>
                  <a:pt x="141291" y="343096"/>
                  <a:pt x="149769" y="336809"/>
                  <a:pt x="149197" y="310138"/>
                </a:cubicBezTo>
                <a:cubicBezTo>
                  <a:pt x="147197" y="224985"/>
                  <a:pt x="148435" y="139736"/>
                  <a:pt x="148531" y="54488"/>
                </a:cubicBezTo>
                <a:cubicBezTo>
                  <a:pt x="147102" y="43724"/>
                  <a:pt x="148531" y="32675"/>
                  <a:pt x="152626" y="22579"/>
                </a:cubicBezTo>
                <a:cubicBezTo>
                  <a:pt x="162627" y="5052"/>
                  <a:pt x="177486" y="-4567"/>
                  <a:pt x="198346" y="100"/>
                </a:cubicBezTo>
                <a:cubicBezTo>
                  <a:pt x="218348" y="3148"/>
                  <a:pt x="232731" y="21055"/>
                  <a:pt x="231398" y="41248"/>
                </a:cubicBezTo>
                <a:cubicBezTo>
                  <a:pt x="231874" y="98398"/>
                  <a:pt x="231398" y="154881"/>
                  <a:pt x="231398" y="211650"/>
                </a:cubicBezTo>
                <a:close/>
              </a:path>
            </a:pathLst>
          </a:custGeom>
          <a:solidFill>
            <a:schemeClr val="accent1"/>
          </a:solidFill>
          <a:ln w="9525" cap="flat">
            <a:noFill/>
            <a:prstDash val="solid"/>
            <a:miter/>
          </a:ln>
        </p:spPr>
        <p:txBody>
          <a:bodyPr rtlCol="0" anchor="ctr"/>
          <a:lstStyle/>
          <a:p>
            <a:endParaRPr lang="en-US" noProof="0"/>
          </a:p>
        </p:txBody>
      </p:sp>
      <p:sp>
        <p:nvSpPr>
          <p:cNvPr id="7" name="Freeform 6">
            <a:extLst>
              <a:ext uri="{FF2B5EF4-FFF2-40B4-BE49-F238E27FC236}">
                <a16:creationId xmlns:a16="http://schemas.microsoft.com/office/drawing/2014/main" id="{6A706E7D-1BF6-BF09-FBEA-6B1E6C8497E8}"/>
              </a:ext>
            </a:extLst>
          </p:cNvPr>
          <p:cNvSpPr/>
          <p:nvPr/>
        </p:nvSpPr>
        <p:spPr>
          <a:xfrm>
            <a:off x="6121503" y="2680109"/>
            <a:ext cx="84760" cy="183546"/>
          </a:xfrm>
          <a:custGeom>
            <a:avLst/>
            <a:gdLst>
              <a:gd name="connsiteX0" fmla="*/ 82832 w 84760"/>
              <a:gd name="connsiteY0" fmla="*/ 92558 h 183546"/>
              <a:gd name="connsiteX1" fmla="*/ 82832 w 84760"/>
              <a:gd name="connsiteY1" fmla="*/ 137515 h 183546"/>
              <a:gd name="connsiteX2" fmla="*/ 41397 w 84760"/>
              <a:gd name="connsiteY2" fmla="*/ 182474 h 183546"/>
              <a:gd name="connsiteX3" fmla="*/ -227 w 84760"/>
              <a:gd name="connsiteY3" fmla="*/ 140850 h 183546"/>
              <a:gd name="connsiteX4" fmla="*/ -227 w 84760"/>
              <a:gd name="connsiteY4" fmla="*/ 41122 h 183546"/>
              <a:gd name="connsiteX5" fmla="*/ 40636 w 84760"/>
              <a:gd name="connsiteY5" fmla="*/ -1073 h 183546"/>
              <a:gd name="connsiteX6" fmla="*/ 43017 w 84760"/>
              <a:gd name="connsiteY6" fmla="*/ -1073 h 183546"/>
              <a:gd name="connsiteX7" fmla="*/ 82926 w 84760"/>
              <a:gd name="connsiteY7" fmla="*/ 45123 h 183546"/>
              <a:gd name="connsiteX8" fmla="*/ 82832 w 84760"/>
              <a:gd name="connsiteY8" fmla="*/ 92558 h 18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760" h="183546">
                <a:moveTo>
                  <a:pt x="82832" y="92558"/>
                </a:moveTo>
                <a:cubicBezTo>
                  <a:pt x="82832" y="107512"/>
                  <a:pt x="83593" y="122562"/>
                  <a:pt x="82832" y="137515"/>
                </a:cubicBezTo>
                <a:cubicBezTo>
                  <a:pt x="81212" y="163615"/>
                  <a:pt x="63782" y="182093"/>
                  <a:pt x="41397" y="182474"/>
                </a:cubicBezTo>
                <a:cubicBezTo>
                  <a:pt x="18443" y="182379"/>
                  <a:pt x="-132" y="163804"/>
                  <a:pt x="-227" y="140850"/>
                </a:cubicBezTo>
                <a:cubicBezTo>
                  <a:pt x="-2036" y="107608"/>
                  <a:pt x="-2036" y="74366"/>
                  <a:pt x="-227" y="41122"/>
                </a:cubicBezTo>
                <a:cubicBezTo>
                  <a:pt x="-607" y="18168"/>
                  <a:pt x="17680" y="-691"/>
                  <a:pt x="40636" y="-1073"/>
                </a:cubicBezTo>
                <a:cubicBezTo>
                  <a:pt x="41397" y="-1073"/>
                  <a:pt x="42255" y="-1073"/>
                  <a:pt x="43017" y="-1073"/>
                </a:cubicBezTo>
                <a:cubicBezTo>
                  <a:pt x="65972" y="452"/>
                  <a:pt x="81689" y="17977"/>
                  <a:pt x="82926" y="45123"/>
                </a:cubicBezTo>
                <a:cubicBezTo>
                  <a:pt x="83498" y="60935"/>
                  <a:pt x="82926" y="76747"/>
                  <a:pt x="82832" y="92558"/>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
        <p:nvSpPr>
          <p:cNvPr id="8" name="Freeform 7">
            <a:extLst>
              <a:ext uri="{FF2B5EF4-FFF2-40B4-BE49-F238E27FC236}">
                <a16:creationId xmlns:a16="http://schemas.microsoft.com/office/drawing/2014/main" id="{52F88CB5-53DA-ECED-F461-11B4A5BD739F}"/>
              </a:ext>
            </a:extLst>
          </p:cNvPr>
          <p:cNvSpPr/>
          <p:nvPr/>
        </p:nvSpPr>
        <p:spPr>
          <a:xfrm>
            <a:off x="6300037" y="2763358"/>
            <a:ext cx="83183" cy="182648"/>
          </a:xfrm>
          <a:custGeom>
            <a:avLst/>
            <a:gdLst>
              <a:gd name="connsiteX0" fmla="*/ 81176 w 83183"/>
              <a:gd name="connsiteY0" fmla="*/ 91034 h 182648"/>
              <a:gd name="connsiteX1" fmla="*/ 81176 w 83183"/>
              <a:gd name="connsiteY1" fmla="*/ 141041 h 182648"/>
              <a:gd name="connsiteX2" fmla="*/ 41838 w 83183"/>
              <a:gd name="connsiteY2" fmla="*/ 181522 h 182648"/>
              <a:gd name="connsiteX3" fmla="*/ -452 w 83183"/>
              <a:gd name="connsiteY3" fmla="*/ 143231 h 182648"/>
              <a:gd name="connsiteX4" fmla="*/ -548 w 83183"/>
              <a:gd name="connsiteY4" fmla="*/ 141136 h 182648"/>
              <a:gd name="connsiteX5" fmla="*/ -548 w 83183"/>
              <a:gd name="connsiteY5" fmla="*/ 38552 h 182648"/>
              <a:gd name="connsiteX6" fmla="*/ 40314 w 83183"/>
              <a:gd name="connsiteY6" fmla="*/ -1073 h 182648"/>
              <a:gd name="connsiteX7" fmla="*/ 80890 w 83183"/>
              <a:gd name="connsiteY7" fmla="*/ 38456 h 182648"/>
              <a:gd name="connsiteX8" fmla="*/ 80890 w 83183"/>
              <a:gd name="connsiteY8" fmla="*/ 91034 h 18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183" h="182648">
                <a:moveTo>
                  <a:pt x="81176" y="91034"/>
                </a:moveTo>
                <a:cubicBezTo>
                  <a:pt x="81176" y="107703"/>
                  <a:pt x="82129" y="124467"/>
                  <a:pt x="81176" y="141041"/>
                </a:cubicBezTo>
                <a:cubicBezTo>
                  <a:pt x="79461" y="165996"/>
                  <a:pt x="64126" y="180855"/>
                  <a:pt x="41838" y="181522"/>
                </a:cubicBezTo>
                <a:cubicBezTo>
                  <a:pt x="19550" y="182665"/>
                  <a:pt x="595" y="165424"/>
                  <a:pt x="-452" y="143231"/>
                </a:cubicBezTo>
                <a:cubicBezTo>
                  <a:pt x="-548" y="142469"/>
                  <a:pt x="-548" y="141802"/>
                  <a:pt x="-548" y="141136"/>
                </a:cubicBezTo>
                <a:cubicBezTo>
                  <a:pt x="-1881" y="106940"/>
                  <a:pt x="-1977" y="72651"/>
                  <a:pt x="-548" y="38552"/>
                </a:cubicBezTo>
                <a:cubicBezTo>
                  <a:pt x="309" y="16548"/>
                  <a:pt x="18312" y="-882"/>
                  <a:pt x="40314" y="-1073"/>
                </a:cubicBezTo>
                <a:cubicBezTo>
                  <a:pt x="62317" y="-1073"/>
                  <a:pt x="80320" y="16453"/>
                  <a:pt x="80890" y="38456"/>
                </a:cubicBezTo>
                <a:cubicBezTo>
                  <a:pt x="82319" y="55887"/>
                  <a:pt x="80890" y="73508"/>
                  <a:pt x="80890" y="91034"/>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
        <p:nvSpPr>
          <p:cNvPr id="10" name="Freeform 9">
            <a:extLst>
              <a:ext uri="{FF2B5EF4-FFF2-40B4-BE49-F238E27FC236}">
                <a16:creationId xmlns:a16="http://schemas.microsoft.com/office/drawing/2014/main" id="{E60B8EC0-692C-206D-E815-B75EB9763392}"/>
              </a:ext>
            </a:extLst>
          </p:cNvPr>
          <p:cNvSpPr/>
          <p:nvPr/>
        </p:nvSpPr>
        <p:spPr>
          <a:xfrm>
            <a:off x="5943875" y="2763167"/>
            <a:ext cx="83520" cy="182413"/>
          </a:xfrm>
          <a:custGeom>
            <a:avLst/>
            <a:gdLst>
              <a:gd name="connsiteX0" fmla="*/ -1288 w 83520"/>
              <a:gd name="connsiteY0" fmla="*/ 90653 h 182413"/>
              <a:gd name="connsiteX1" fmla="*/ -1288 w 83520"/>
              <a:gd name="connsiteY1" fmla="*/ 43028 h 182413"/>
              <a:gd name="connsiteX2" fmla="*/ 40622 w 83520"/>
              <a:gd name="connsiteY2" fmla="*/ -1073 h 182413"/>
              <a:gd name="connsiteX3" fmla="*/ 81008 w 83520"/>
              <a:gd name="connsiteY3" fmla="*/ 41314 h 182413"/>
              <a:gd name="connsiteX4" fmla="*/ 81008 w 83520"/>
              <a:gd name="connsiteY4" fmla="*/ 138945 h 182413"/>
              <a:gd name="connsiteX5" fmla="*/ 41004 w 83520"/>
              <a:gd name="connsiteY5" fmla="*/ 181331 h 182413"/>
              <a:gd name="connsiteX6" fmla="*/ -1288 w 83520"/>
              <a:gd name="connsiteY6" fmla="*/ 138183 h 182413"/>
              <a:gd name="connsiteX7" fmla="*/ -1288 w 83520"/>
              <a:gd name="connsiteY7" fmla="*/ 90653 h 18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520" h="182413">
                <a:moveTo>
                  <a:pt x="-1288" y="90653"/>
                </a:moveTo>
                <a:cubicBezTo>
                  <a:pt x="-1288" y="74841"/>
                  <a:pt x="-1954" y="58935"/>
                  <a:pt x="-1288" y="43028"/>
                </a:cubicBezTo>
                <a:cubicBezTo>
                  <a:pt x="46" y="16834"/>
                  <a:pt x="17762" y="-1073"/>
                  <a:pt x="40622" y="-1073"/>
                </a:cubicBezTo>
                <a:cubicBezTo>
                  <a:pt x="63483" y="-1073"/>
                  <a:pt x="79961" y="15120"/>
                  <a:pt x="81008" y="41314"/>
                </a:cubicBezTo>
                <a:cubicBezTo>
                  <a:pt x="82247" y="73794"/>
                  <a:pt x="82247" y="106465"/>
                  <a:pt x="81008" y="138945"/>
                </a:cubicBezTo>
                <a:cubicBezTo>
                  <a:pt x="80056" y="165519"/>
                  <a:pt x="64244" y="180855"/>
                  <a:pt x="41004" y="181331"/>
                </a:cubicBezTo>
                <a:cubicBezTo>
                  <a:pt x="17762" y="181808"/>
                  <a:pt x="141" y="164758"/>
                  <a:pt x="-1288" y="138183"/>
                </a:cubicBezTo>
                <a:cubicBezTo>
                  <a:pt x="-1954" y="122466"/>
                  <a:pt x="-1288" y="106560"/>
                  <a:pt x="-1288" y="90653"/>
                </a:cubicBezTo>
                <a:close/>
              </a:path>
            </a:pathLst>
          </a:custGeom>
          <a:solidFill>
            <a:schemeClr val="accent2"/>
          </a:solidFill>
          <a:ln w="9525" cap="flat">
            <a:noFill/>
            <a:prstDash val="solid"/>
            <a:miter/>
          </a:ln>
        </p:spPr>
        <p:txBody>
          <a:bodyPr rtlCol="0" anchor="ctr"/>
          <a:lstStyle/>
          <a:p>
            <a:endParaRPr lang="en-US" noProof="0">
              <a:solidFill>
                <a:schemeClr val="accent3"/>
              </a:solidFill>
            </a:endParaRPr>
          </a:p>
        </p:txBody>
      </p:sp>
    </p:spTree>
    <p:extLst>
      <p:ext uri="{BB962C8B-B14F-4D97-AF65-F5344CB8AC3E}">
        <p14:creationId xmlns:p14="http://schemas.microsoft.com/office/powerpoint/2010/main" val="134043940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Questions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E1F0B4-3A6E-4087-A0EF-BD9B155949A7}"/>
              </a:ext>
            </a:extLst>
          </p:cNvPr>
          <p:cNvSpPr/>
          <p:nvPr userDrawn="1"/>
        </p:nvSpPr>
        <p:spPr>
          <a:xfrm>
            <a:off x="4643878" y="4047095"/>
            <a:ext cx="2581156" cy="563231"/>
          </a:xfrm>
          <a:prstGeom prst="rect">
            <a:avLst/>
          </a:prstGeom>
        </p:spPr>
        <p:txBody>
          <a:bodyPr wrap="none">
            <a:spAutoFit/>
          </a:bodyPr>
          <a:lstStyle/>
          <a:p>
            <a:pPr marL="0" marR="0" lvl="0" indent="0" algn="ctr" defTabSz="228600" rtl="0" eaLnBrk="1" fontAlgn="auto" latinLnBrk="0" hangingPunct="1">
              <a:lnSpc>
                <a:spcPct val="90000"/>
              </a:lnSpc>
              <a:spcBef>
                <a:spcPts val="1200"/>
              </a:spcBef>
              <a:spcAft>
                <a:spcPts val="0"/>
              </a:spcAft>
              <a:buClrTx/>
              <a:buSzPct val="100000"/>
              <a:buFont typeface="Arial" panose="020B0604020202020204" pitchFamily="34" charset="0"/>
              <a:buNone/>
              <a:tabLst/>
              <a:defRPr/>
            </a:pPr>
            <a:r>
              <a:rPr kumimoji="0" lang="en-US" sz="3400" b="0" i="0" u="none" strike="noStrike" kern="0" cap="none" spc="0" normalizeH="0" baseline="0" noProof="0">
                <a:ln>
                  <a:noFill/>
                </a:ln>
                <a:solidFill>
                  <a:schemeClr val="tx2"/>
                </a:solidFill>
                <a:effectLst/>
                <a:uLnTx/>
                <a:uFillTx/>
                <a:latin typeface="Arial Black"/>
                <a:ea typeface="+mn-ea"/>
                <a:cs typeface="+mn-cs"/>
                <a:sym typeface="Trebuchet MS"/>
              </a:rPr>
              <a:t>Questions</a:t>
            </a:r>
          </a:p>
        </p:txBody>
      </p:sp>
      <p:sp>
        <p:nvSpPr>
          <p:cNvPr id="5" name="Freeform 4">
            <a:extLst>
              <a:ext uri="{FF2B5EF4-FFF2-40B4-BE49-F238E27FC236}">
                <a16:creationId xmlns:a16="http://schemas.microsoft.com/office/drawing/2014/main" id="{27E11170-7B1F-3D1E-B130-6CCF4B380357}"/>
              </a:ext>
            </a:extLst>
          </p:cNvPr>
          <p:cNvSpPr/>
          <p:nvPr/>
        </p:nvSpPr>
        <p:spPr>
          <a:xfrm>
            <a:off x="6312163" y="2536971"/>
            <a:ext cx="115238" cy="127283"/>
          </a:xfrm>
          <a:custGeom>
            <a:avLst/>
            <a:gdLst>
              <a:gd name="connsiteX0" fmla="*/ 23251 w 115238"/>
              <a:gd name="connsiteY0" fmla="*/ 126222 h 127283"/>
              <a:gd name="connsiteX1" fmla="*/ -1809 w 115238"/>
              <a:gd name="connsiteY1" fmla="*/ 100860 h 127283"/>
              <a:gd name="connsiteX2" fmla="*/ 4079 w 115238"/>
              <a:gd name="connsiteY2" fmla="*/ 84782 h 127283"/>
              <a:gd name="connsiteX3" fmla="*/ 69068 w 115238"/>
              <a:gd name="connsiteY3" fmla="*/ 7867 h 127283"/>
              <a:gd name="connsiteX4" fmla="*/ 104469 w 115238"/>
              <a:gd name="connsiteY4" fmla="*/ 4848 h 127283"/>
              <a:gd name="connsiteX5" fmla="*/ 107488 w 115238"/>
              <a:gd name="connsiteY5" fmla="*/ 40324 h 127283"/>
              <a:gd name="connsiteX6" fmla="*/ 42574 w 115238"/>
              <a:gd name="connsiteY6" fmla="*/ 117314 h 127283"/>
              <a:gd name="connsiteX7" fmla="*/ 23251 w 115238"/>
              <a:gd name="connsiteY7" fmla="*/ 126222 h 12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38" h="127283">
                <a:moveTo>
                  <a:pt x="23251" y="126222"/>
                </a:moveTo>
                <a:cubicBezTo>
                  <a:pt x="9362" y="126146"/>
                  <a:pt x="-1884" y="114824"/>
                  <a:pt x="-1809" y="100860"/>
                </a:cubicBezTo>
                <a:cubicBezTo>
                  <a:pt x="-1809" y="94972"/>
                  <a:pt x="305" y="89311"/>
                  <a:pt x="4079" y="84782"/>
                </a:cubicBezTo>
                <a:lnTo>
                  <a:pt x="69068" y="7867"/>
                </a:lnTo>
                <a:cubicBezTo>
                  <a:pt x="78051" y="-2775"/>
                  <a:pt x="93902" y="-4059"/>
                  <a:pt x="104469" y="4848"/>
                </a:cubicBezTo>
                <a:cubicBezTo>
                  <a:pt x="115111" y="13830"/>
                  <a:pt x="116470" y="29681"/>
                  <a:pt x="107488" y="40324"/>
                </a:cubicBezTo>
                <a:lnTo>
                  <a:pt x="42574" y="117314"/>
                </a:lnTo>
                <a:cubicBezTo>
                  <a:pt x="37743" y="122975"/>
                  <a:pt x="30724" y="126222"/>
                  <a:pt x="23251" y="126222"/>
                </a:cubicBezTo>
                <a:close/>
              </a:path>
            </a:pathLst>
          </a:custGeom>
          <a:solidFill>
            <a:schemeClr val="accent2"/>
          </a:solidFill>
          <a:ln w="7520" cap="flat">
            <a:noFill/>
            <a:prstDash val="solid"/>
            <a:miter/>
          </a:ln>
        </p:spPr>
        <p:txBody>
          <a:bodyPr rtlCol="0" anchor="ctr"/>
          <a:lstStyle/>
          <a:p>
            <a:endParaRPr lang="en-US" noProof="0"/>
          </a:p>
        </p:txBody>
      </p:sp>
      <p:sp>
        <p:nvSpPr>
          <p:cNvPr id="6" name="Freeform 5">
            <a:extLst>
              <a:ext uri="{FF2B5EF4-FFF2-40B4-BE49-F238E27FC236}">
                <a16:creationId xmlns:a16="http://schemas.microsoft.com/office/drawing/2014/main" id="{B825208A-C006-FC45-C6D9-C8EE69935CCB}"/>
              </a:ext>
            </a:extLst>
          </p:cNvPr>
          <p:cNvSpPr/>
          <p:nvPr/>
        </p:nvSpPr>
        <p:spPr>
          <a:xfrm>
            <a:off x="6439122" y="2387011"/>
            <a:ext cx="114873" cy="126809"/>
          </a:xfrm>
          <a:custGeom>
            <a:avLst/>
            <a:gdLst>
              <a:gd name="connsiteX0" fmla="*/ 23326 w 114873"/>
              <a:gd name="connsiteY0" fmla="*/ 125747 h 126809"/>
              <a:gd name="connsiteX1" fmla="*/ -1809 w 114873"/>
              <a:gd name="connsiteY1" fmla="*/ 100461 h 126809"/>
              <a:gd name="connsiteX2" fmla="*/ 4078 w 114873"/>
              <a:gd name="connsiteY2" fmla="*/ 84308 h 126809"/>
              <a:gd name="connsiteX3" fmla="*/ 69068 w 114873"/>
              <a:gd name="connsiteY3" fmla="*/ 7318 h 126809"/>
              <a:gd name="connsiteX4" fmla="*/ 104695 w 114873"/>
              <a:gd name="connsiteY4" fmla="*/ 5355 h 126809"/>
              <a:gd name="connsiteX5" fmla="*/ 107563 w 114873"/>
              <a:gd name="connsiteY5" fmla="*/ 39850 h 126809"/>
              <a:gd name="connsiteX6" fmla="*/ 42574 w 114873"/>
              <a:gd name="connsiteY6" fmla="*/ 116765 h 126809"/>
              <a:gd name="connsiteX7" fmla="*/ 23326 w 114873"/>
              <a:gd name="connsiteY7" fmla="*/ 125747 h 12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873" h="126809">
                <a:moveTo>
                  <a:pt x="23326" y="125747"/>
                </a:moveTo>
                <a:cubicBezTo>
                  <a:pt x="9438" y="125747"/>
                  <a:pt x="-1884" y="114425"/>
                  <a:pt x="-1809" y="100461"/>
                </a:cubicBezTo>
                <a:cubicBezTo>
                  <a:pt x="-1809" y="94573"/>
                  <a:pt x="228" y="88838"/>
                  <a:pt x="4078" y="84308"/>
                </a:cubicBezTo>
                <a:lnTo>
                  <a:pt x="69068" y="7318"/>
                </a:lnTo>
                <a:cubicBezTo>
                  <a:pt x="78352" y="-3023"/>
                  <a:pt x="94278" y="-3929"/>
                  <a:pt x="104695" y="5355"/>
                </a:cubicBezTo>
                <a:cubicBezTo>
                  <a:pt x="114658" y="14262"/>
                  <a:pt x="115866" y="29433"/>
                  <a:pt x="107563" y="39850"/>
                </a:cubicBezTo>
                <a:lnTo>
                  <a:pt x="42574" y="116765"/>
                </a:lnTo>
                <a:cubicBezTo>
                  <a:pt x="37819" y="122426"/>
                  <a:pt x="30723" y="125747"/>
                  <a:pt x="23326" y="125747"/>
                </a:cubicBezTo>
                <a:close/>
              </a:path>
            </a:pathLst>
          </a:custGeom>
          <a:solidFill>
            <a:schemeClr val="accent2"/>
          </a:solidFill>
          <a:ln w="7520" cap="flat">
            <a:noFill/>
            <a:prstDash val="solid"/>
            <a:miter/>
          </a:ln>
        </p:spPr>
        <p:txBody>
          <a:bodyPr rtlCol="0" anchor="ctr"/>
          <a:lstStyle/>
          <a:p>
            <a:endParaRPr lang="en-US" noProof="0"/>
          </a:p>
        </p:txBody>
      </p:sp>
      <p:sp>
        <p:nvSpPr>
          <p:cNvPr id="7" name="Freeform 6">
            <a:extLst>
              <a:ext uri="{FF2B5EF4-FFF2-40B4-BE49-F238E27FC236}">
                <a16:creationId xmlns:a16="http://schemas.microsoft.com/office/drawing/2014/main" id="{9DBCA35B-592E-E338-E94C-9809ADD4388C}"/>
              </a:ext>
            </a:extLst>
          </p:cNvPr>
          <p:cNvSpPr/>
          <p:nvPr/>
        </p:nvSpPr>
        <p:spPr>
          <a:xfrm>
            <a:off x="6413836" y="2645351"/>
            <a:ext cx="138822" cy="100876"/>
          </a:xfrm>
          <a:custGeom>
            <a:avLst/>
            <a:gdLst>
              <a:gd name="connsiteX0" fmla="*/ 23402 w 138822"/>
              <a:gd name="connsiteY0" fmla="*/ 99814 h 100876"/>
              <a:gd name="connsiteX1" fmla="*/ -1809 w 138822"/>
              <a:gd name="connsiteY1" fmla="*/ 74604 h 100876"/>
              <a:gd name="connsiteX2" fmla="*/ 10872 w 138822"/>
              <a:gd name="connsiteY2" fmla="*/ 52714 h 100876"/>
              <a:gd name="connsiteX3" fmla="*/ 98354 w 138822"/>
              <a:gd name="connsiteY3" fmla="*/ 2821 h 100876"/>
              <a:gd name="connsiteX4" fmla="*/ 133151 w 138822"/>
              <a:gd name="connsiteY4" fmla="*/ 10671 h 100876"/>
              <a:gd name="connsiteX5" fmla="*/ 125226 w 138822"/>
              <a:gd name="connsiteY5" fmla="*/ 45468 h 100876"/>
              <a:gd name="connsiteX6" fmla="*/ 123263 w 138822"/>
              <a:gd name="connsiteY6" fmla="*/ 46600 h 100876"/>
              <a:gd name="connsiteX7" fmla="*/ 35781 w 138822"/>
              <a:gd name="connsiteY7" fmla="*/ 96493 h 100876"/>
              <a:gd name="connsiteX8" fmla="*/ 23402 w 138822"/>
              <a:gd name="connsiteY8" fmla="*/ 99814 h 10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22" h="100876">
                <a:moveTo>
                  <a:pt x="23402" y="99814"/>
                </a:moveTo>
                <a:cubicBezTo>
                  <a:pt x="9513" y="99814"/>
                  <a:pt x="-1809" y="88568"/>
                  <a:pt x="-1809" y="74604"/>
                </a:cubicBezTo>
                <a:cubicBezTo>
                  <a:pt x="-1809" y="65545"/>
                  <a:pt x="3022" y="57243"/>
                  <a:pt x="10872" y="52714"/>
                </a:cubicBezTo>
                <a:lnTo>
                  <a:pt x="98354" y="2821"/>
                </a:lnTo>
                <a:cubicBezTo>
                  <a:pt x="110130" y="-4576"/>
                  <a:pt x="125678" y="-1104"/>
                  <a:pt x="133151" y="10671"/>
                </a:cubicBezTo>
                <a:cubicBezTo>
                  <a:pt x="140549" y="22446"/>
                  <a:pt x="137001" y="38071"/>
                  <a:pt x="125226" y="45468"/>
                </a:cubicBezTo>
                <a:cubicBezTo>
                  <a:pt x="124622" y="45845"/>
                  <a:pt x="123943" y="46223"/>
                  <a:pt x="123263" y="46600"/>
                </a:cubicBezTo>
                <a:lnTo>
                  <a:pt x="35781" y="96493"/>
                </a:lnTo>
                <a:cubicBezTo>
                  <a:pt x="32007" y="98606"/>
                  <a:pt x="27780" y="99739"/>
                  <a:pt x="23402" y="99814"/>
                </a:cubicBezTo>
                <a:close/>
              </a:path>
            </a:pathLst>
          </a:custGeom>
          <a:solidFill>
            <a:schemeClr val="accent2"/>
          </a:solidFill>
          <a:ln w="7520" cap="flat">
            <a:noFill/>
            <a:prstDash val="solid"/>
            <a:miter/>
          </a:ln>
        </p:spPr>
        <p:txBody>
          <a:bodyPr rtlCol="0" anchor="ctr"/>
          <a:lstStyle/>
          <a:p>
            <a:endParaRPr lang="en-US" noProof="0"/>
          </a:p>
        </p:txBody>
      </p:sp>
      <p:sp>
        <p:nvSpPr>
          <p:cNvPr id="8" name="Freeform 7">
            <a:extLst>
              <a:ext uri="{FF2B5EF4-FFF2-40B4-BE49-F238E27FC236}">
                <a16:creationId xmlns:a16="http://schemas.microsoft.com/office/drawing/2014/main" id="{626520DA-589C-F39F-05E2-3E25B40B3EFA}"/>
              </a:ext>
            </a:extLst>
          </p:cNvPr>
          <p:cNvSpPr/>
          <p:nvPr/>
        </p:nvSpPr>
        <p:spPr>
          <a:xfrm>
            <a:off x="6584876" y="2548672"/>
            <a:ext cx="137410" cy="99959"/>
          </a:xfrm>
          <a:custGeom>
            <a:avLst/>
            <a:gdLst>
              <a:gd name="connsiteX0" fmla="*/ 23478 w 137410"/>
              <a:gd name="connsiteY0" fmla="*/ 98897 h 99959"/>
              <a:gd name="connsiteX1" fmla="*/ -1808 w 137410"/>
              <a:gd name="connsiteY1" fmla="*/ 73912 h 99959"/>
              <a:gd name="connsiteX2" fmla="*/ 10948 w 137410"/>
              <a:gd name="connsiteY2" fmla="*/ 51871 h 99959"/>
              <a:gd name="connsiteX3" fmla="*/ 98431 w 137410"/>
              <a:gd name="connsiteY3" fmla="*/ 1979 h 99959"/>
              <a:gd name="connsiteX4" fmla="*/ 132548 w 137410"/>
              <a:gd name="connsiteY4" fmla="*/ 12244 h 99959"/>
              <a:gd name="connsiteX5" fmla="*/ 123415 w 137410"/>
              <a:gd name="connsiteY5" fmla="*/ 45758 h 99959"/>
              <a:gd name="connsiteX6" fmla="*/ 35932 w 137410"/>
              <a:gd name="connsiteY6" fmla="*/ 95651 h 99959"/>
              <a:gd name="connsiteX7" fmla="*/ 23478 w 137410"/>
              <a:gd name="connsiteY7" fmla="*/ 98897 h 9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410" h="99959">
                <a:moveTo>
                  <a:pt x="23478" y="98897"/>
                </a:moveTo>
                <a:cubicBezTo>
                  <a:pt x="9589" y="98972"/>
                  <a:pt x="-1733" y="87801"/>
                  <a:pt x="-1808" y="73912"/>
                </a:cubicBezTo>
                <a:cubicBezTo>
                  <a:pt x="-1884" y="64779"/>
                  <a:pt x="3022" y="56325"/>
                  <a:pt x="10948" y="51871"/>
                </a:cubicBezTo>
                <a:lnTo>
                  <a:pt x="98431" y="1979"/>
                </a:lnTo>
                <a:cubicBezTo>
                  <a:pt x="110659" y="-4664"/>
                  <a:pt x="125982" y="-60"/>
                  <a:pt x="132548" y="12244"/>
                </a:cubicBezTo>
                <a:cubicBezTo>
                  <a:pt x="138964" y="24019"/>
                  <a:pt x="134963" y="38813"/>
                  <a:pt x="123415" y="45758"/>
                </a:cubicBezTo>
                <a:lnTo>
                  <a:pt x="35932" y="95651"/>
                </a:lnTo>
                <a:cubicBezTo>
                  <a:pt x="32158" y="97765"/>
                  <a:pt x="27856" y="98897"/>
                  <a:pt x="23478" y="98897"/>
                </a:cubicBezTo>
                <a:close/>
              </a:path>
            </a:pathLst>
          </a:custGeom>
          <a:solidFill>
            <a:schemeClr val="accent2"/>
          </a:solidFill>
          <a:ln w="7520" cap="flat">
            <a:noFill/>
            <a:prstDash val="solid"/>
            <a:miter/>
          </a:ln>
        </p:spPr>
        <p:txBody>
          <a:bodyPr rtlCol="0" anchor="ctr"/>
          <a:lstStyle/>
          <a:p>
            <a:endParaRPr lang="en-US" noProof="0"/>
          </a:p>
        </p:txBody>
      </p:sp>
      <p:sp>
        <p:nvSpPr>
          <p:cNvPr id="9" name="Freeform 8">
            <a:extLst>
              <a:ext uri="{FF2B5EF4-FFF2-40B4-BE49-F238E27FC236}">
                <a16:creationId xmlns:a16="http://schemas.microsoft.com/office/drawing/2014/main" id="{72D0E8A0-4184-364F-D00B-0AD7E20096E3}"/>
              </a:ext>
            </a:extLst>
          </p:cNvPr>
          <p:cNvSpPr/>
          <p:nvPr/>
        </p:nvSpPr>
        <p:spPr>
          <a:xfrm>
            <a:off x="6214264" y="2433540"/>
            <a:ext cx="84564" cy="144138"/>
          </a:xfrm>
          <a:custGeom>
            <a:avLst/>
            <a:gdLst>
              <a:gd name="connsiteX0" fmla="*/ 23401 w 84564"/>
              <a:gd name="connsiteY0" fmla="*/ 143076 h 144138"/>
              <a:gd name="connsiteX1" fmla="*/ -1809 w 84564"/>
              <a:gd name="connsiteY1" fmla="*/ 117714 h 144138"/>
              <a:gd name="connsiteX2" fmla="*/ -300 w 84564"/>
              <a:gd name="connsiteY2" fmla="*/ 109260 h 144138"/>
              <a:gd name="connsiteX3" fmla="*/ 34195 w 84564"/>
              <a:gd name="connsiteY3" fmla="*/ 14607 h 144138"/>
              <a:gd name="connsiteX4" fmla="*/ 67105 w 84564"/>
              <a:gd name="connsiteY4" fmla="*/ 794 h 144138"/>
              <a:gd name="connsiteX5" fmla="*/ 81522 w 84564"/>
              <a:gd name="connsiteY5" fmla="*/ 31892 h 144138"/>
              <a:gd name="connsiteX6" fmla="*/ 47027 w 84564"/>
              <a:gd name="connsiteY6" fmla="*/ 126469 h 144138"/>
              <a:gd name="connsiteX7" fmla="*/ 23401 w 84564"/>
              <a:gd name="connsiteY7" fmla="*/ 143076 h 14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564" h="144138">
                <a:moveTo>
                  <a:pt x="23401" y="143076"/>
                </a:moveTo>
                <a:cubicBezTo>
                  <a:pt x="9437" y="143000"/>
                  <a:pt x="-1809" y="131678"/>
                  <a:pt x="-1809" y="117714"/>
                </a:cubicBezTo>
                <a:cubicBezTo>
                  <a:pt x="-1734" y="114846"/>
                  <a:pt x="-1281" y="111978"/>
                  <a:pt x="-300" y="109260"/>
                </a:cubicBezTo>
                <a:lnTo>
                  <a:pt x="34195" y="14607"/>
                </a:lnTo>
                <a:cubicBezTo>
                  <a:pt x="39479" y="1700"/>
                  <a:pt x="54198" y="-4415"/>
                  <a:pt x="67105" y="794"/>
                </a:cubicBezTo>
                <a:cubicBezTo>
                  <a:pt x="79257" y="5851"/>
                  <a:pt x="85598" y="19362"/>
                  <a:pt x="81522" y="31892"/>
                </a:cubicBezTo>
                <a:lnTo>
                  <a:pt x="47027" y="126469"/>
                </a:lnTo>
                <a:cubicBezTo>
                  <a:pt x="43404" y="136434"/>
                  <a:pt x="33969" y="143076"/>
                  <a:pt x="23401" y="143076"/>
                </a:cubicBezTo>
                <a:close/>
              </a:path>
            </a:pathLst>
          </a:custGeom>
          <a:solidFill>
            <a:schemeClr val="accent2"/>
          </a:solidFill>
          <a:ln w="7520" cap="flat">
            <a:noFill/>
            <a:prstDash val="solid"/>
            <a:miter/>
          </a:ln>
        </p:spPr>
        <p:txBody>
          <a:bodyPr rtlCol="0" anchor="ctr"/>
          <a:lstStyle/>
          <a:p>
            <a:endParaRPr lang="en-US" noProof="0"/>
          </a:p>
        </p:txBody>
      </p:sp>
      <p:sp>
        <p:nvSpPr>
          <p:cNvPr id="10" name="Freeform 9">
            <a:extLst>
              <a:ext uri="{FF2B5EF4-FFF2-40B4-BE49-F238E27FC236}">
                <a16:creationId xmlns:a16="http://schemas.microsoft.com/office/drawing/2014/main" id="{3C2E31CC-F122-92AB-D688-5AE7DB07970A}"/>
              </a:ext>
            </a:extLst>
          </p:cNvPr>
          <p:cNvSpPr/>
          <p:nvPr/>
        </p:nvSpPr>
        <p:spPr>
          <a:xfrm>
            <a:off x="6281744" y="2247693"/>
            <a:ext cx="84859" cy="144981"/>
          </a:xfrm>
          <a:custGeom>
            <a:avLst/>
            <a:gdLst>
              <a:gd name="connsiteX0" fmla="*/ 23402 w 84859"/>
              <a:gd name="connsiteY0" fmla="*/ 143919 h 144981"/>
              <a:gd name="connsiteX1" fmla="*/ -1809 w 84859"/>
              <a:gd name="connsiteY1" fmla="*/ 118557 h 144981"/>
              <a:gd name="connsiteX2" fmla="*/ -299 w 84859"/>
              <a:gd name="connsiteY2" fmla="*/ 110104 h 144981"/>
              <a:gd name="connsiteX3" fmla="*/ 34271 w 84859"/>
              <a:gd name="connsiteY3" fmla="*/ 15450 h 144981"/>
              <a:gd name="connsiteX4" fmla="*/ 66577 w 84859"/>
              <a:gd name="connsiteY4" fmla="*/ 505 h 144981"/>
              <a:gd name="connsiteX5" fmla="*/ 81522 w 84859"/>
              <a:gd name="connsiteY5" fmla="*/ 32735 h 144981"/>
              <a:gd name="connsiteX6" fmla="*/ 47028 w 84859"/>
              <a:gd name="connsiteY6" fmla="*/ 127313 h 144981"/>
              <a:gd name="connsiteX7" fmla="*/ 23402 w 84859"/>
              <a:gd name="connsiteY7" fmla="*/ 143919 h 14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59" h="144981">
                <a:moveTo>
                  <a:pt x="23402" y="143919"/>
                </a:moveTo>
                <a:cubicBezTo>
                  <a:pt x="9438" y="143843"/>
                  <a:pt x="-1809" y="132521"/>
                  <a:pt x="-1809" y="118557"/>
                </a:cubicBezTo>
                <a:cubicBezTo>
                  <a:pt x="-1734" y="115689"/>
                  <a:pt x="-1280" y="112821"/>
                  <a:pt x="-299" y="110104"/>
                </a:cubicBezTo>
                <a:lnTo>
                  <a:pt x="34271" y="15450"/>
                </a:lnTo>
                <a:cubicBezTo>
                  <a:pt x="39026" y="2392"/>
                  <a:pt x="53519" y="-4326"/>
                  <a:pt x="66577" y="505"/>
                </a:cubicBezTo>
                <a:cubicBezTo>
                  <a:pt x="79560" y="5260"/>
                  <a:pt x="86278" y="19676"/>
                  <a:pt x="81522" y="32735"/>
                </a:cubicBezTo>
                <a:lnTo>
                  <a:pt x="47028" y="127313"/>
                </a:lnTo>
                <a:cubicBezTo>
                  <a:pt x="43405" y="137277"/>
                  <a:pt x="33970" y="143919"/>
                  <a:pt x="23402" y="143919"/>
                </a:cubicBezTo>
                <a:close/>
              </a:path>
            </a:pathLst>
          </a:custGeom>
          <a:solidFill>
            <a:schemeClr val="accent2"/>
          </a:solidFill>
          <a:ln w="7520" cap="flat">
            <a:noFill/>
            <a:prstDash val="solid"/>
            <a:miter/>
          </a:ln>
        </p:spPr>
        <p:txBody>
          <a:bodyPr rtlCol="0" anchor="ctr"/>
          <a:lstStyle/>
          <a:p>
            <a:endParaRPr lang="en-US" noProof="0"/>
          </a:p>
        </p:txBody>
      </p:sp>
      <p:sp>
        <p:nvSpPr>
          <p:cNvPr id="11" name="Freeform 10">
            <a:extLst>
              <a:ext uri="{FF2B5EF4-FFF2-40B4-BE49-F238E27FC236}">
                <a16:creationId xmlns:a16="http://schemas.microsoft.com/office/drawing/2014/main" id="{65AB4510-3016-50AB-9383-CC21BFB65144}"/>
              </a:ext>
            </a:extLst>
          </p:cNvPr>
          <p:cNvSpPr/>
          <p:nvPr/>
        </p:nvSpPr>
        <p:spPr>
          <a:xfrm>
            <a:off x="5145753" y="2637082"/>
            <a:ext cx="1207698" cy="1207925"/>
          </a:xfrm>
          <a:custGeom>
            <a:avLst/>
            <a:gdLst>
              <a:gd name="connsiteX0" fmla="*/ 884038 w 1207698"/>
              <a:gd name="connsiteY0" fmla="*/ 1206863 h 1207925"/>
              <a:gd name="connsiteX1" fmla="*/ 855582 w 1207698"/>
              <a:gd name="connsiteY1" fmla="*/ 1195087 h 1207925"/>
              <a:gd name="connsiteX2" fmla="*/ 620684 w 1207698"/>
              <a:gd name="connsiteY2" fmla="*/ 960265 h 1207925"/>
              <a:gd name="connsiteX3" fmla="*/ 179345 w 1207698"/>
              <a:gd name="connsiteY3" fmla="*/ 960265 h 1207925"/>
              <a:gd name="connsiteX4" fmla="*/ -1809 w 1207698"/>
              <a:gd name="connsiteY4" fmla="*/ 779111 h 1207925"/>
              <a:gd name="connsiteX5" fmla="*/ -1809 w 1207698"/>
              <a:gd name="connsiteY5" fmla="*/ 180093 h 1207925"/>
              <a:gd name="connsiteX6" fmla="*/ 179345 w 1207698"/>
              <a:gd name="connsiteY6" fmla="*/ -1062 h 1207925"/>
              <a:gd name="connsiteX7" fmla="*/ 1024734 w 1207698"/>
              <a:gd name="connsiteY7" fmla="*/ -1062 h 1207925"/>
              <a:gd name="connsiteX8" fmla="*/ 1205889 w 1207698"/>
              <a:gd name="connsiteY8" fmla="*/ 180093 h 1207925"/>
              <a:gd name="connsiteX9" fmla="*/ 1205889 w 1207698"/>
              <a:gd name="connsiteY9" fmla="*/ 779111 h 1207925"/>
              <a:gd name="connsiteX10" fmla="*/ 1024734 w 1207698"/>
              <a:gd name="connsiteY10" fmla="*/ 960265 h 1207925"/>
              <a:gd name="connsiteX11" fmla="*/ 924194 w 1207698"/>
              <a:gd name="connsiteY11" fmla="*/ 960265 h 1207925"/>
              <a:gd name="connsiteX12" fmla="*/ 924194 w 1207698"/>
              <a:gd name="connsiteY12" fmla="*/ 1166631 h 1207925"/>
              <a:gd name="connsiteX13" fmla="*/ 884113 w 1207698"/>
              <a:gd name="connsiteY13" fmla="*/ 1206863 h 1207925"/>
              <a:gd name="connsiteX14" fmla="*/ 883887 w 1207698"/>
              <a:gd name="connsiteY14" fmla="*/ 1206863 h 1207925"/>
              <a:gd name="connsiteX15" fmla="*/ 179345 w 1207698"/>
              <a:gd name="connsiteY15" fmla="*/ 79400 h 1207925"/>
              <a:gd name="connsiteX16" fmla="*/ 78654 w 1207698"/>
              <a:gd name="connsiteY16" fmla="*/ 180017 h 1207925"/>
              <a:gd name="connsiteX17" fmla="*/ 78654 w 1207698"/>
              <a:gd name="connsiteY17" fmla="*/ 779035 h 1207925"/>
              <a:gd name="connsiteX18" fmla="*/ 179345 w 1207698"/>
              <a:gd name="connsiteY18" fmla="*/ 879651 h 1207925"/>
              <a:gd name="connsiteX19" fmla="*/ 637365 w 1207698"/>
              <a:gd name="connsiteY19" fmla="*/ 879651 h 1207925"/>
              <a:gd name="connsiteX20" fmla="*/ 665898 w 1207698"/>
              <a:gd name="connsiteY20" fmla="*/ 891502 h 1207925"/>
              <a:gd name="connsiteX21" fmla="*/ 843731 w 1207698"/>
              <a:gd name="connsiteY21" fmla="*/ 1069335 h 1207925"/>
              <a:gd name="connsiteX22" fmla="*/ 843731 w 1207698"/>
              <a:gd name="connsiteY22" fmla="*/ 919959 h 1207925"/>
              <a:gd name="connsiteX23" fmla="*/ 884038 w 1207698"/>
              <a:gd name="connsiteY23" fmla="*/ 879651 h 1207925"/>
              <a:gd name="connsiteX24" fmla="*/ 1024961 w 1207698"/>
              <a:gd name="connsiteY24" fmla="*/ 879651 h 1207925"/>
              <a:gd name="connsiteX25" fmla="*/ 1125653 w 1207698"/>
              <a:gd name="connsiteY25" fmla="*/ 779035 h 1207925"/>
              <a:gd name="connsiteX26" fmla="*/ 1125653 w 1207698"/>
              <a:gd name="connsiteY26" fmla="*/ 180017 h 1207925"/>
              <a:gd name="connsiteX27" fmla="*/ 1024961 w 1207698"/>
              <a:gd name="connsiteY27" fmla="*/ 79400 h 120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7698" h="1207925">
                <a:moveTo>
                  <a:pt x="884038" y="1206863"/>
                </a:moveTo>
                <a:cubicBezTo>
                  <a:pt x="873395" y="1206937"/>
                  <a:pt x="863130" y="1202635"/>
                  <a:pt x="855582" y="1195087"/>
                </a:cubicBezTo>
                <a:lnTo>
                  <a:pt x="620684" y="960265"/>
                </a:lnTo>
                <a:lnTo>
                  <a:pt x="179345" y="960265"/>
                </a:lnTo>
                <a:cubicBezTo>
                  <a:pt x="79333" y="960265"/>
                  <a:pt x="-1809" y="879123"/>
                  <a:pt x="-1809" y="779111"/>
                </a:cubicBezTo>
                <a:lnTo>
                  <a:pt x="-1809" y="180093"/>
                </a:lnTo>
                <a:cubicBezTo>
                  <a:pt x="-1809" y="80080"/>
                  <a:pt x="79333" y="-1062"/>
                  <a:pt x="179345" y="-1062"/>
                </a:cubicBezTo>
                <a:lnTo>
                  <a:pt x="1024734" y="-1062"/>
                </a:lnTo>
                <a:cubicBezTo>
                  <a:pt x="1124747" y="-1062"/>
                  <a:pt x="1205889" y="80080"/>
                  <a:pt x="1205889" y="180093"/>
                </a:cubicBezTo>
                <a:lnTo>
                  <a:pt x="1205889" y="779111"/>
                </a:lnTo>
                <a:cubicBezTo>
                  <a:pt x="1205889" y="879123"/>
                  <a:pt x="1124747" y="960265"/>
                  <a:pt x="1024734" y="960265"/>
                </a:cubicBezTo>
                <a:lnTo>
                  <a:pt x="924194" y="960265"/>
                </a:lnTo>
                <a:lnTo>
                  <a:pt x="924194" y="1166631"/>
                </a:lnTo>
                <a:cubicBezTo>
                  <a:pt x="924269" y="1188823"/>
                  <a:pt x="906305" y="1206787"/>
                  <a:pt x="884113" y="1206863"/>
                </a:cubicBezTo>
                <a:cubicBezTo>
                  <a:pt x="884038" y="1206863"/>
                  <a:pt x="883963" y="1206863"/>
                  <a:pt x="883887" y="1206863"/>
                </a:cubicBezTo>
                <a:close/>
                <a:moveTo>
                  <a:pt x="179345" y="79400"/>
                </a:moveTo>
                <a:cubicBezTo>
                  <a:pt x="123791" y="79476"/>
                  <a:pt x="78729" y="124463"/>
                  <a:pt x="78654" y="180017"/>
                </a:cubicBezTo>
                <a:lnTo>
                  <a:pt x="78654" y="779035"/>
                </a:lnTo>
                <a:cubicBezTo>
                  <a:pt x="78729" y="834589"/>
                  <a:pt x="123791" y="879576"/>
                  <a:pt x="179345" y="879651"/>
                </a:cubicBezTo>
                <a:lnTo>
                  <a:pt x="637365" y="879651"/>
                </a:lnTo>
                <a:cubicBezTo>
                  <a:pt x="648084" y="879651"/>
                  <a:pt x="658349" y="883954"/>
                  <a:pt x="665898" y="891502"/>
                </a:cubicBezTo>
                <a:lnTo>
                  <a:pt x="843731" y="1069335"/>
                </a:lnTo>
                <a:lnTo>
                  <a:pt x="843731" y="919959"/>
                </a:lnTo>
                <a:cubicBezTo>
                  <a:pt x="843731" y="897691"/>
                  <a:pt x="861771" y="879651"/>
                  <a:pt x="884038" y="879651"/>
                </a:cubicBezTo>
                <a:lnTo>
                  <a:pt x="1024961" y="879651"/>
                </a:lnTo>
                <a:cubicBezTo>
                  <a:pt x="1080515" y="879576"/>
                  <a:pt x="1125578" y="834589"/>
                  <a:pt x="1125653" y="779035"/>
                </a:cubicBezTo>
                <a:lnTo>
                  <a:pt x="1125653" y="180017"/>
                </a:lnTo>
                <a:cubicBezTo>
                  <a:pt x="1125578" y="124463"/>
                  <a:pt x="1080515" y="79476"/>
                  <a:pt x="1024961" y="79400"/>
                </a:cubicBezTo>
                <a:close/>
              </a:path>
            </a:pathLst>
          </a:custGeom>
          <a:solidFill>
            <a:schemeClr val="accent1"/>
          </a:solidFill>
          <a:ln w="7520" cap="flat">
            <a:noFill/>
            <a:prstDash val="solid"/>
            <a:miter/>
          </a:ln>
        </p:spPr>
        <p:txBody>
          <a:bodyPr rtlCol="0" anchor="ctr"/>
          <a:lstStyle/>
          <a:p>
            <a:endParaRPr lang="en-US" noProof="0"/>
          </a:p>
        </p:txBody>
      </p:sp>
      <p:sp>
        <p:nvSpPr>
          <p:cNvPr id="12" name="Freeform 11">
            <a:extLst>
              <a:ext uri="{FF2B5EF4-FFF2-40B4-BE49-F238E27FC236}">
                <a16:creationId xmlns:a16="http://schemas.microsoft.com/office/drawing/2014/main" id="{3B734877-7958-32BB-0FDA-FDE2306E59C6}"/>
              </a:ext>
            </a:extLst>
          </p:cNvPr>
          <p:cNvSpPr/>
          <p:nvPr/>
        </p:nvSpPr>
        <p:spPr>
          <a:xfrm>
            <a:off x="5566032" y="2834937"/>
            <a:ext cx="375323" cy="568508"/>
          </a:xfrm>
          <a:custGeom>
            <a:avLst/>
            <a:gdLst>
              <a:gd name="connsiteX0" fmla="*/ -1809 w 375323"/>
              <a:gd name="connsiteY0" fmla="*/ 155693 h 568508"/>
              <a:gd name="connsiteX1" fmla="*/ 20835 w 375323"/>
              <a:gd name="connsiteY1" fmla="*/ 83383 h 568508"/>
              <a:gd name="connsiteX2" fmla="*/ 87636 w 375323"/>
              <a:gd name="connsiteY2" fmla="*/ 22998 h 568508"/>
              <a:gd name="connsiteX3" fmla="*/ 190214 w 375323"/>
              <a:gd name="connsiteY3" fmla="*/ -1006 h 568508"/>
              <a:gd name="connsiteX4" fmla="*/ 286378 w 375323"/>
              <a:gd name="connsiteY4" fmla="*/ 19073 h 568508"/>
              <a:gd name="connsiteX5" fmla="*/ 350838 w 375323"/>
              <a:gd name="connsiteY5" fmla="*/ 73721 h 568508"/>
              <a:gd name="connsiteX6" fmla="*/ 373483 w 375323"/>
              <a:gd name="connsiteY6" fmla="*/ 149202 h 568508"/>
              <a:gd name="connsiteX7" fmla="*/ 360500 w 375323"/>
              <a:gd name="connsiteY7" fmla="*/ 205209 h 568508"/>
              <a:gd name="connsiteX8" fmla="*/ 329704 w 375323"/>
              <a:gd name="connsiteY8" fmla="*/ 246723 h 568508"/>
              <a:gd name="connsiteX9" fmla="*/ 265621 w 375323"/>
              <a:gd name="connsiteY9" fmla="*/ 305523 h 568508"/>
              <a:gd name="connsiteX10" fmla="*/ 245165 w 375323"/>
              <a:gd name="connsiteY10" fmla="*/ 325978 h 568508"/>
              <a:gd name="connsiteX11" fmla="*/ 233692 w 375323"/>
              <a:gd name="connsiteY11" fmla="*/ 342131 h 568508"/>
              <a:gd name="connsiteX12" fmla="*/ 227880 w 375323"/>
              <a:gd name="connsiteY12" fmla="*/ 356775 h 568508"/>
              <a:gd name="connsiteX13" fmla="*/ 221690 w 375323"/>
              <a:gd name="connsiteY13" fmla="*/ 382515 h 568508"/>
              <a:gd name="connsiteX14" fmla="*/ 177005 w 375323"/>
              <a:gd name="connsiteY14" fmla="*/ 421613 h 568508"/>
              <a:gd name="connsiteX15" fmla="*/ 144095 w 375323"/>
              <a:gd name="connsiteY15" fmla="*/ 408782 h 568508"/>
              <a:gd name="connsiteX16" fmla="*/ 130811 w 375323"/>
              <a:gd name="connsiteY16" fmla="*/ 371041 h 568508"/>
              <a:gd name="connsiteX17" fmla="*/ 140548 w 375323"/>
              <a:gd name="connsiteY17" fmla="*/ 316393 h 568508"/>
              <a:gd name="connsiteX18" fmla="*/ 166514 w 375323"/>
              <a:gd name="connsiteY18" fmla="*/ 275784 h 568508"/>
              <a:gd name="connsiteX19" fmla="*/ 210066 w 375323"/>
              <a:gd name="connsiteY19" fmla="*/ 234270 h 568508"/>
              <a:gd name="connsiteX20" fmla="*/ 244788 w 375323"/>
              <a:gd name="connsiteY20" fmla="*/ 202567 h 568508"/>
              <a:gd name="connsiteX21" fmla="*/ 262828 w 375323"/>
              <a:gd name="connsiteY21" fmla="*/ 178716 h 568508"/>
              <a:gd name="connsiteX22" fmla="*/ 270376 w 375323"/>
              <a:gd name="connsiteY22" fmla="*/ 150108 h 568508"/>
              <a:gd name="connsiteX23" fmla="*/ 247732 w 375323"/>
              <a:gd name="connsiteY23" fmla="*/ 99385 h 568508"/>
              <a:gd name="connsiteX24" fmla="*/ 190064 w 375323"/>
              <a:gd name="connsiteY24" fmla="*/ 78778 h 568508"/>
              <a:gd name="connsiteX25" fmla="*/ 129226 w 375323"/>
              <a:gd name="connsiteY25" fmla="*/ 99611 h 568508"/>
              <a:gd name="connsiteX26" fmla="*/ 96165 w 375323"/>
              <a:gd name="connsiteY26" fmla="*/ 161052 h 568508"/>
              <a:gd name="connsiteX27" fmla="*/ 47707 w 375323"/>
              <a:gd name="connsiteY27" fmla="*/ 203473 h 568508"/>
              <a:gd name="connsiteX28" fmla="*/ 12230 w 375323"/>
              <a:gd name="connsiteY28" fmla="*/ 188376 h 568508"/>
              <a:gd name="connsiteX29" fmla="*/ -1809 w 375323"/>
              <a:gd name="connsiteY29" fmla="*/ 155693 h 568508"/>
              <a:gd name="connsiteX30" fmla="*/ 181535 w 375323"/>
              <a:gd name="connsiteY30" fmla="*/ 567443 h 568508"/>
              <a:gd name="connsiteX31" fmla="*/ 141529 w 375323"/>
              <a:gd name="connsiteY31" fmla="*/ 552347 h 568508"/>
              <a:gd name="connsiteX32" fmla="*/ 124395 w 375323"/>
              <a:gd name="connsiteY32" fmla="*/ 510833 h 568508"/>
              <a:gd name="connsiteX33" fmla="*/ 140926 w 375323"/>
              <a:gd name="connsiteY33" fmla="*/ 471054 h 568508"/>
              <a:gd name="connsiteX34" fmla="*/ 181535 w 375323"/>
              <a:gd name="connsiteY34" fmla="*/ 454901 h 568508"/>
              <a:gd name="connsiteX35" fmla="*/ 237466 w 375323"/>
              <a:gd name="connsiteY35" fmla="*/ 509322 h 568508"/>
              <a:gd name="connsiteX36" fmla="*/ 237466 w 375323"/>
              <a:gd name="connsiteY36" fmla="*/ 510833 h 568508"/>
              <a:gd name="connsiteX37" fmla="*/ 220558 w 375323"/>
              <a:gd name="connsiteY37" fmla="*/ 552196 h 568508"/>
              <a:gd name="connsiteX38" fmla="*/ 181232 w 375323"/>
              <a:gd name="connsiteY38" fmla="*/ 567443 h 56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75323" h="568508">
                <a:moveTo>
                  <a:pt x="-1809" y="155693"/>
                </a:moveTo>
                <a:cubicBezTo>
                  <a:pt x="-1281" y="129954"/>
                  <a:pt x="6569" y="104819"/>
                  <a:pt x="20835" y="83383"/>
                </a:cubicBezTo>
                <a:cubicBezTo>
                  <a:pt x="37516" y="57795"/>
                  <a:pt x="60538" y="37037"/>
                  <a:pt x="87636" y="22998"/>
                </a:cubicBezTo>
                <a:cubicBezTo>
                  <a:pt x="119263" y="6467"/>
                  <a:pt x="154512" y="-1836"/>
                  <a:pt x="190214" y="-1006"/>
                </a:cubicBezTo>
                <a:cubicBezTo>
                  <a:pt x="223351" y="-1685"/>
                  <a:pt x="256260" y="5184"/>
                  <a:pt x="286378" y="19073"/>
                </a:cubicBezTo>
                <a:cubicBezTo>
                  <a:pt x="312494" y="30998"/>
                  <a:pt x="334761" y="49944"/>
                  <a:pt x="350838" y="73721"/>
                </a:cubicBezTo>
                <a:cubicBezTo>
                  <a:pt x="365784" y="96063"/>
                  <a:pt x="373634" y="122330"/>
                  <a:pt x="373483" y="149202"/>
                </a:cubicBezTo>
                <a:cubicBezTo>
                  <a:pt x="373936" y="168676"/>
                  <a:pt x="369482" y="187924"/>
                  <a:pt x="360500" y="205209"/>
                </a:cubicBezTo>
                <a:cubicBezTo>
                  <a:pt x="352424" y="220531"/>
                  <a:pt x="342008" y="234571"/>
                  <a:pt x="329704" y="246723"/>
                </a:cubicBezTo>
                <a:cubicBezTo>
                  <a:pt x="317778" y="258348"/>
                  <a:pt x="296492" y="277972"/>
                  <a:pt x="265621" y="305523"/>
                </a:cubicBezTo>
                <a:cubicBezTo>
                  <a:pt x="258450" y="311939"/>
                  <a:pt x="251581" y="318808"/>
                  <a:pt x="245165" y="325978"/>
                </a:cubicBezTo>
                <a:cubicBezTo>
                  <a:pt x="240712" y="330885"/>
                  <a:pt x="236862" y="336319"/>
                  <a:pt x="233692" y="342131"/>
                </a:cubicBezTo>
                <a:cubicBezTo>
                  <a:pt x="231277" y="346811"/>
                  <a:pt x="229314" y="351718"/>
                  <a:pt x="227880" y="356775"/>
                </a:cubicBezTo>
                <a:cubicBezTo>
                  <a:pt x="226521" y="361682"/>
                  <a:pt x="224483" y="370286"/>
                  <a:pt x="221690" y="382515"/>
                </a:cubicBezTo>
                <a:cubicBezTo>
                  <a:pt x="216935" y="408555"/>
                  <a:pt x="202065" y="421538"/>
                  <a:pt x="177005" y="421613"/>
                </a:cubicBezTo>
                <a:cubicBezTo>
                  <a:pt x="164777" y="421916"/>
                  <a:pt x="152927" y="417311"/>
                  <a:pt x="144095" y="408782"/>
                </a:cubicBezTo>
                <a:cubicBezTo>
                  <a:pt x="134660" y="398591"/>
                  <a:pt x="129829" y="384930"/>
                  <a:pt x="130811" y="371041"/>
                </a:cubicBezTo>
                <a:cubicBezTo>
                  <a:pt x="130358" y="352322"/>
                  <a:pt x="133679" y="333753"/>
                  <a:pt x="140548" y="316393"/>
                </a:cubicBezTo>
                <a:cubicBezTo>
                  <a:pt x="146738" y="301447"/>
                  <a:pt x="155569" y="287710"/>
                  <a:pt x="166514" y="275784"/>
                </a:cubicBezTo>
                <a:cubicBezTo>
                  <a:pt x="180327" y="261216"/>
                  <a:pt x="194895" y="247403"/>
                  <a:pt x="210066" y="234270"/>
                </a:cubicBezTo>
                <a:cubicBezTo>
                  <a:pt x="226068" y="220230"/>
                  <a:pt x="237692" y="209663"/>
                  <a:pt x="244788" y="202567"/>
                </a:cubicBezTo>
                <a:cubicBezTo>
                  <a:pt x="251883" y="195472"/>
                  <a:pt x="257922" y="187471"/>
                  <a:pt x="262828" y="178716"/>
                </a:cubicBezTo>
                <a:cubicBezTo>
                  <a:pt x="267809" y="170035"/>
                  <a:pt x="270376" y="160147"/>
                  <a:pt x="270376" y="150108"/>
                </a:cubicBezTo>
                <a:cubicBezTo>
                  <a:pt x="270602" y="130709"/>
                  <a:pt x="262299" y="112216"/>
                  <a:pt x="247732" y="99385"/>
                </a:cubicBezTo>
                <a:cubicBezTo>
                  <a:pt x="231880" y="85270"/>
                  <a:pt x="211198" y="77872"/>
                  <a:pt x="190064" y="78778"/>
                </a:cubicBezTo>
                <a:cubicBezTo>
                  <a:pt x="162513" y="78778"/>
                  <a:pt x="142208" y="85722"/>
                  <a:pt x="129226" y="99611"/>
                </a:cubicBezTo>
                <a:cubicBezTo>
                  <a:pt x="113979" y="117500"/>
                  <a:pt x="102656" y="138483"/>
                  <a:pt x="96165" y="161052"/>
                </a:cubicBezTo>
                <a:cubicBezTo>
                  <a:pt x="87636" y="189358"/>
                  <a:pt x="71483" y="203548"/>
                  <a:pt x="47707" y="203473"/>
                </a:cubicBezTo>
                <a:cubicBezTo>
                  <a:pt x="34271" y="203699"/>
                  <a:pt x="21363" y="198189"/>
                  <a:pt x="12230" y="188376"/>
                </a:cubicBezTo>
                <a:cubicBezTo>
                  <a:pt x="3324" y="179847"/>
                  <a:pt x="-1809" y="168072"/>
                  <a:pt x="-1809" y="155693"/>
                </a:cubicBezTo>
                <a:close/>
                <a:moveTo>
                  <a:pt x="181535" y="567443"/>
                </a:moveTo>
                <a:cubicBezTo>
                  <a:pt x="166815" y="567594"/>
                  <a:pt x="152549" y="562159"/>
                  <a:pt x="141529" y="552347"/>
                </a:cubicBezTo>
                <a:cubicBezTo>
                  <a:pt x="129829" y="541780"/>
                  <a:pt x="123565" y="526532"/>
                  <a:pt x="124395" y="510833"/>
                </a:cubicBezTo>
                <a:cubicBezTo>
                  <a:pt x="124094" y="495811"/>
                  <a:pt x="130056" y="481395"/>
                  <a:pt x="140926" y="471054"/>
                </a:cubicBezTo>
                <a:cubicBezTo>
                  <a:pt x="151719" y="460335"/>
                  <a:pt x="166363" y="454523"/>
                  <a:pt x="181535" y="454901"/>
                </a:cubicBezTo>
                <a:cubicBezTo>
                  <a:pt x="212028" y="454447"/>
                  <a:pt x="237013" y="478828"/>
                  <a:pt x="237466" y="509322"/>
                </a:cubicBezTo>
                <a:cubicBezTo>
                  <a:pt x="237466" y="509851"/>
                  <a:pt x="237466" y="510304"/>
                  <a:pt x="237466" y="510833"/>
                </a:cubicBezTo>
                <a:cubicBezTo>
                  <a:pt x="238221" y="526457"/>
                  <a:pt x="232031" y="541553"/>
                  <a:pt x="220558" y="552196"/>
                </a:cubicBezTo>
                <a:cubicBezTo>
                  <a:pt x="209840" y="562084"/>
                  <a:pt x="195801" y="567518"/>
                  <a:pt x="181232" y="567443"/>
                </a:cubicBezTo>
                <a:close/>
              </a:path>
            </a:pathLst>
          </a:custGeom>
          <a:solidFill>
            <a:schemeClr val="accent2"/>
          </a:solidFill>
          <a:ln w="7520" cap="flat">
            <a:noFill/>
            <a:prstDash val="solid"/>
            <a:miter/>
          </a:ln>
        </p:spPr>
        <p:txBody>
          <a:bodyPr rtlCol="0" anchor="ctr"/>
          <a:lstStyle/>
          <a:p>
            <a:endParaRPr lang="en-US" noProof="0"/>
          </a:p>
        </p:txBody>
      </p:sp>
    </p:spTree>
    <p:extLst>
      <p:ext uri="{BB962C8B-B14F-4D97-AF65-F5344CB8AC3E}">
        <p14:creationId xmlns:p14="http://schemas.microsoft.com/office/powerpoint/2010/main" val="2791969648"/>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Callout on Right">
    <p:bg>
      <p:bgPr>
        <a:solidFill>
          <a:schemeClr val="tx2"/>
        </a:solidFill>
        <a:effectLst/>
      </p:bgPr>
    </p:bg>
    <p:spTree>
      <p:nvGrpSpPr>
        <p:cNvPr id="1" name=""/>
        <p:cNvGrpSpPr/>
        <p:nvPr/>
      </p:nvGrpSpPr>
      <p:grpSpPr>
        <a:xfrm>
          <a:off x="0" y="0"/>
          <a:ext cx="0" cy="0"/>
          <a:chOff x="0" y="0"/>
          <a:chExt cx="0" cy="0"/>
        </a:xfrm>
      </p:grpSpPr>
      <p:sp>
        <p:nvSpPr>
          <p:cNvPr id="3" name="Rectangle">
            <a:extLst>
              <a:ext uri="{FF2B5EF4-FFF2-40B4-BE49-F238E27FC236}">
                <a16:creationId xmlns:a16="http://schemas.microsoft.com/office/drawing/2014/main" id="{FCF6EB00-C9C9-E5ED-96CE-B4698CCA9855}"/>
              </a:ext>
            </a:extLst>
          </p:cNvPr>
          <p:cNvSpPr/>
          <p:nvPr userDrawn="1"/>
        </p:nvSpPr>
        <p:spPr>
          <a:xfrm flipH="1">
            <a:off x="0" y="0"/>
            <a:ext cx="7513437" cy="6858000"/>
          </a:xfrm>
          <a:prstGeom prst="rect">
            <a:avLst/>
          </a:prstGeom>
          <a:solidFill>
            <a:schemeClr val="bg1"/>
          </a:solidFill>
          <a:ln w="3175">
            <a:miter lim="400000"/>
          </a:ln>
        </p:spPr>
        <p:txBody>
          <a:bodyPr lIns="38100" tIns="38100" rIns="38100" bIns="38100" anchor="ctr">
            <a:noAutofit/>
          </a:bodyPr>
          <a:lstStyle/>
          <a:p>
            <a:pPr marL="0" marR="0" lvl="0" indent="0" algn="l" defTabSz="619125" rtl="0" eaLnBrk="1" fontAlgn="auto" latinLnBrk="0" hangingPunct="0">
              <a:lnSpc>
                <a:spcPts val="5000"/>
              </a:lnSpc>
              <a:spcBef>
                <a:spcPts val="0"/>
              </a:spcBef>
              <a:spcAft>
                <a:spcPts val="0"/>
              </a:spcAft>
              <a:buClrTx/>
              <a:buSzTx/>
              <a:buFontTx/>
              <a:buNone/>
              <a:tabLst/>
              <a:defRPr sz="4800" b="1" spc="-144"/>
            </a:pPr>
            <a:endParaRPr kumimoji="0" lang="en-US" sz="2400" b="0" i="0" u="none" strike="noStrike" kern="0" cap="none" spc="-72" normalizeH="0" baseline="0" noProof="0" dirty="0">
              <a:ln>
                <a:noFill/>
              </a:ln>
              <a:solidFill>
                <a:srgbClr val="000000"/>
              </a:solidFill>
              <a:effectLst/>
              <a:uLnTx/>
              <a:uFillTx/>
              <a:latin typeface="Montserrat" pitchFamily="2" charset="77"/>
              <a:ea typeface="+mn-ea"/>
              <a:cs typeface="Helvetica"/>
              <a:sym typeface="Helvetica"/>
            </a:endParaRPr>
          </a:p>
        </p:txBody>
      </p:sp>
      <p:sp>
        <p:nvSpPr>
          <p:cNvPr id="4" name="Title 5">
            <a:extLst>
              <a:ext uri="{FF2B5EF4-FFF2-40B4-BE49-F238E27FC236}">
                <a16:creationId xmlns:a16="http://schemas.microsoft.com/office/drawing/2014/main" id="{87C62496-5A27-9057-4D77-CD57C18CACA7}"/>
              </a:ext>
            </a:extLst>
          </p:cNvPr>
          <p:cNvSpPr>
            <a:spLocks noGrp="1"/>
          </p:cNvSpPr>
          <p:nvPr>
            <p:ph type="title" hasCustomPrompt="1"/>
          </p:nvPr>
        </p:nvSpPr>
        <p:spPr>
          <a:xfrm>
            <a:off x="442913" y="517032"/>
            <a:ext cx="6354495" cy="962008"/>
          </a:xfrm>
          <a:prstGeom prst="rect">
            <a:avLst/>
          </a:prstGeom>
        </p:spPr>
        <p:txBody>
          <a:bodyPr>
            <a:noAutofit/>
          </a:bodyPr>
          <a:lstStyle>
            <a:lvl1pPr>
              <a:defRPr>
                <a:solidFill>
                  <a:schemeClr val="tx2"/>
                </a:solidFill>
              </a:defRPr>
            </a:lvl1pPr>
          </a:lstStyle>
          <a:p>
            <a:r>
              <a:rPr lang="en-US" noProof="0"/>
              <a:t>Click to edit master title style</a:t>
            </a:r>
          </a:p>
        </p:txBody>
      </p:sp>
      <p:sp>
        <p:nvSpPr>
          <p:cNvPr id="5" name="Body Level One…">
            <a:extLst>
              <a:ext uri="{FF2B5EF4-FFF2-40B4-BE49-F238E27FC236}">
                <a16:creationId xmlns:a16="http://schemas.microsoft.com/office/drawing/2014/main" id="{60DCE953-5969-A44F-9130-B8CF01BA3632}"/>
              </a:ext>
            </a:extLst>
          </p:cNvPr>
          <p:cNvSpPr txBox="1">
            <a:spLocks noGrp="1"/>
          </p:cNvSpPr>
          <p:nvPr>
            <p:ph type="body" sz="half" idx="37" hasCustomPrompt="1"/>
          </p:nvPr>
        </p:nvSpPr>
        <p:spPr>
          <a:xfrm>
            <a:off x="8185532" y="1664208"/>
            <a:ext cx="3316077" cy="4337207"/>
          </a:xfrm>
          <a:prstGeom prst="rect">
            <a:avLst/>
          </a:prstGeom>
        </p:spPr>
        <p:txBody>
          <a:bodyPr lIns="91440" tIns="45720" rIns="91440" bIns="45720" anchor="t">
            <a:noAutofit/>
          </a:bodyPr>
          <a:lstStyle>
            <a:lvl1pPr marL="0" indent="0" algn="l">
              <a:lnSpc>
                <a:spcPct val="110000"/>
              </a:lnSpc>
              <a:buSzTx/>
              <a:buFont typeface="Arial" panose="020B0604020202020204" pitchFamily="34" charset="0"/>
              <a:buNone/>
              <a:defRPr sz="1800">
                <a:solidFill>
                  <a:schemeClr val="bg1"/>
                </a:solidFill>
              </a:defRPr>
            </a:lvl1pPr>
            <a:lvl2pPr marL="406400" indent="0" algn="l">
              <a:lnSpc>
                <a:spcPct val="120000"/>
              </a:lnSpc>
              <a:buFontTx/>
              <a:buNone/>
              <a:defRPr sz="1600"/>
            </a:lvl2pPr>
            <a:lvl3pPr marL="812800" indent="0" algn="l">
              <a:lnSpc>
                <a:spcPct val="120000"/>
              </a:lnSpc>
              <a:buFontTx/>
              <a:buNone/>
              <a:defRPr sz="1600"/>
            </a:lvl3pPr>
            <a:lvl4pPr marL="1217612" indent="0" algn="l">
              <a:lnSpc>
                <a:spcPct val="120000"/>
              </a:lnSpc>
              <a:buFontTx/>
              <a:buNone/>
              <a:defRPr sz="1600"/>
            </a:lvl4pPr>
            <a:lvl5pPr marL="1624009" indent="0" algn="l">
              <a:lnSpc>
                <a:spcPct val="120000"/>
              </a:lnSpc>
              <a:buFont typeface="Arial" panose="020B0604020202020204" pitchFamily="34" charset="0"/>
              <a:buNone/>
              <a:defRPr sz="1600"/>
            </a:lvl5pPr>
          </a:lstStyle>
          <a:p>
            <a:pPr lvl="0"/>
            <a:r>
              <a:rPr lang="en-US" noProof="0"/>
              <a:t>Click to edit master text styles</a:t>
            </a:r>
          </a:p>
        </p:txBody>
      </p:sp>
      <p:sp>
        <p:nvSpPr>
          <p:cNvPr id="6" name="Body Level One…">
            <a:extLst>
              <a:ext uri="{FF2B5EF4-FFF2-40B4-BE49-F238E27FC236}">
                <a16:creationId xmlns:a16="http://schemas.microsoft.com/office/drawing/2014/main" id="{402FA6A8-198F-6862-3A15-B39865696340}"/>
              </a:ext>
            </a:extLst>
          </p:cNvPr>
          <p:cNvSpPr txBox="1">
            <a:spLocks noGrp="1"/>
          </p:cNvSpPr>
          <p:nvPr>
            <p:ph type="body" sz="quarter" idx="22" hasCustomPrompt="1"/>
          </p:nvPr>
        </p:nvSpPr>
        <p:spPr>
          <a:xfrm>
            <a:off x="442913" y="1488979"/>
            <a:ext cx="6354494" cy="341633"/>
          </a:xfrm>
          <a:prstGeom prst="rect">
            <a:avLst/>
          </a:prstGeom>
        </p:spPr>
        <p:txBody>
          <a:bodyPr wrap="square"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7" name="Text Placeholder 3">
            <a:extLst>
              <a:ext uri="{FF2B5EF4-FFF2-40B4-BE49-F238E27FC236}">
                <a16:creationId xmlns:a16="http://schemas.microsoft.com/office/drawing/2014/main" id="{023B3FF9-B62D-D51C-3C32-630BD4964E85}"/>
              </a:ext>
            </a:extLst>
          </p:cNvPr>
          <p:cNvSpPr>
            <a:spLocks noGrp="1"/>
          </p:cNvSpPr>
          <p:nvPr>
            <p:ph type="body" sz="quarter" idx="38" hasCustomPrompt="1"/>
          </p:nvPr>
        </p:nvSpPr>
        <p:spPr>
          <a:xfrm>
            <a:off x="442912" y="1997842"/>
            <a:ext cx="6354493" cy="433720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feld 7">
            <a:extLst>
              <a:ext uri="{FF2B5EF4-FFF2-40B4-BE49-F238E27FC236}">
                <a16:creationId xmlns:a16="http://schemas.microsoft.com/office/drawing/2014/main" id="{97EF7F7B-5C1E-4391-827F-2360ECA9002D}"/>
              </a:ext>
            </a:extLst>
          </p:cNvPr>
          <p:cNvSpPr txBox="1"/>
          <p:nvPr userDrawn="1"/>
        </p:nvSpPr>
        <p:spPr>
          <a:xfrm>
            <a:off x="8068235" y="591671"/>
            <a:ext cx="0" cy="0"/>
          </a:xfrm>
          <a:prstGeom prst="rect">
            <a:avLst/>
          </a:prstGeom>
          <a:noFill/>
          <a:ln>
            <a:noFill/>
          </a:ln>
        </p:spPr>
        <p:txBody>
          <a:bodyPr wrap="none" rtlCol="0">
            <a:noAutofit/>
          </a:bodyPr>
          <a:lstStyle/>
          <a:p>
            <a:pPr algn="l" defTabSz="228600">
              <a:lnSpc>
                <a:spcPct val="90000"/>
              </a:lnSpc>
              <a:spcBef>
                <a:spcPts val="600"/>
              </a:spcBef>
              <a:buSzPct val="100000"/>
            </a:pPr>
            <a:endParaRPr lang="en-US" sz="1400" kern="0" noProof="0">
              <a:solidFill>
                <a:schemeClr val="tx2"/>
              </a:solidFill>
              <a:sym typeface="Trebuchet MS"/>
            </a:endParaRPr>
          </a:p>
        </p:txBody>
      </p:sp>
      <p:pic>
        <p:nvPicPr>
          <p:cNvPr id="2" name="Picture 1">
            <a:extLst>
              <a:ext uri="{FF2B5EF4-FFF2-40B4-BE49-F238E27FC236}">
                <a16:creationId xmlns:a16="http://schemas.microsoft.com/office/drawing/2014/main" id="{2EC5227F-D915-B08D-BB73-D33DC78AFC2D}"/>
              </a:ext>
            </a:extLst>
          </p:cNvPr>
          <p:cNvPicPr>
            <a:picLocks noChangeAspect="1"/>
          </p:cNvPicPr>
          <p:nvPr userDrawn="1"/>
        </p:nvPicPr>
        <p:blipFill>
          <a:blip r:embed="rId2"/>
          <a:stretch>
            <a:fillRect/>
          </a:stretch>
        </p:blipFill>
        <p:spPr>
          <a:xfrm>
            <a:off x="159500" y="6541131"/>
            <a:ext cx="1052601" cy="167549"/>
          </a:xfrm>
          <a:prstGeom prst="rect">
            <a:avLst/>
          </a:prstGeom>
        </p:spPr>
      </p:pic>
      <p:pic>
        <p:nvPicPr>
          <p:cNvPr id="12" name="Picture 11">
            <a:extLst>
              <a:ext uri="{FF2B5EF4-FFF2-40B4-BE49-F238E27FC236}">
                <a16:creationId xmlns:a16="http://schemas.microsoft.com/office/drawing/2014/main" id="{3E59BB71-DFC6-E3AF-4154-F1E62DE5FB29}"/>
              </a:ext>
            </a:extLst>
          </p:cNvPr>
          <p:cNvPicPr>
            <a:picLocks noChangeAspect="1"/>
          </p:cNvPicPr>
          <p:nvPr userDrawn="1"/>
        </p:nvPicPr>
        <p:blipFill>
          <a:blip r:embed="rId3"/>
          <a:stretch>
            <a:fillRect/>
          </a:stretch>
        </p:blipFill>
        <p:spPr>
          <a:xfrm>
            <a:off x="11639640" y="6562553"/>
            <a:ext cx="430331" cy="209917"/>
          </a:xfrm>
          <a:prstGeom prst="rect">
            <a:avLst/>
          </a:prstGeom>
        </p:spPr>
      </p:pic>
      <p:sp>
        <p:nvSpPr>
          <p:cNvPr id="13" name="Slide Number Placeholder 5">
            <a:extLst>
              <a:ext uri="{FF2B5EF4-FFF2-40B4-BE49-F238E27FC236}">
                <a16:creationId xmlns:a16="http://schemas.microsoft.com/office/drawing/2014/main" id="{26A736BB-FF82-C106-D299-23D97D67700E}"/>
              </a:ext>
            </a:extLst>
          </p:cNvPr>
          <p:cNvSpPr txBox="1">
            <a:spLocks/>
          </p:cNvSpPr>
          <p:nvPr userDrawn="1"/>
        </p:nvSpPr>
        <p:spPr>
          <a:xfrm>
            <a:off x="11816523" y="6506309"/>
            <a:ext cx="312751" cy="322409"/>
          </a:xfrm>
          <a:prstGeom prst="rect">
            <a:avLst/>
          </a:prstGeom>
        </p:spPr>
        <p:txBody>
          <a:bodyPr vert="horz"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dirty="0">
              <a:ln>
                <a:noFill/>
              </a:ln>
              <a:solidFill>
                <a:schemeClr val="bg1"/>
              </a:solidFill>
              <a:effectLst/>
              <a:uLnTx/>
              <a:uFillTx/>
              <a:latin typeface="Montserrat" pitchFamily="2" charset="77"/>
              <a:ea typeface="+mn-ea"/>
              <a:cs typeface="Arial"/>
            </a:endParaRPr>
          </a:p>
        </p:txBody>
      </p:sp>
      <p:sp>
        <p:nvSpPr>
          <p:cNvPr id="14" name="Slide Number">
            <a:extLst>
              <a:ext uri="{FF2B5EF4-FFF2-40B4-BE49-F238E27FC236}">
                <a16:creationId xmlns:a16="http://schemas.microsoft.com/office/drawing/2014/main" id="{43269531-2E01-D274-CB4F-D79D46BBD566}"/>
              </a:ext>
            </a:extLst>
          </p:cNvPr>
          <p:cNvSpPr txBox="1">
            <a:spLocks/>
          </p:cNvSpPr>
          <p:nvPr userDrawn="1"/>
        </p:nvSpPr>
        <p:spPr>
          <a:xfrm>
            <a:off x="8185532" y="6574575"/>
            <a:ext cx="3395209"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cs typeface="Arial Narrow" panose="020B0604020202020204" pitchFamily="34" charset="0"/>
                <a:sym typeface="Trebuchet MS"/>
              </a:rPr>
              <a:t>© 2025 Concentrix Corp. All rights reserved. Confidential and proprietary.</a:t>
            </a:r>
          </a:p>
        </p:txBody>
      </p:sp>
    </p:spTree>
    <p:extLst>
      <p:ext uri="{BB962C8B-B14F-4D97-AF65-F5344CB8AC3E}">
        <p14:creationId xmlns:p14="http://schemas.microsoft.com/office/powerpoint/2010/main" val="2538323609"/>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Agenda 1">
    <p:spTree>
      <p:nvGrpSpPr>
        <p:cNvPr id="1" name=""/>
        <p:cNvGrpSpPr/>
        <p:nvPr/>
      </p:nvGrpSpPr>
      <p:grpSpPr>
        <a:xfrm>
          <a:off x="0" y="0"/>
          <a:ext cx="0" cy="0"/>
          <a:chOff x="0" y="0"/>
          <a:chExt cx="0" cy="0"/>
        </a:xfrm>
      </p:grpSpPr>
      <p:sp>
        <p:nvSpPr>
          <p:cNvPr id="78" name="Text Placeholder 12"/>
          <p:cNvSpPr>
            <a:spLocks noGrp="1"/>
          </p:cNvSpPr>
          <p:nvPr>
            <p:ph type="body" sz="quarter" idx="13" hasCustomPrompt="1"/>
          </p:nvPr>
        </p:nvSpPr>
        <p:spPr>
          <a:xfrm>
            <a:off x="1393825" y="1995488"/>
            <a:ext cx="2735263"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79" name="Text Placeholder 12"/>
          <p:cNvSpPr>
            <a:spLocks noGrp="1"/>
          </p:cNvSpPr>
          <p:nvPr>
            <p:ph type="body" sz="quarter" idx="14" hasCustomPrompt="1"/>
          </p:nvPr>
        </p:nvSpPr>
        <p:spPr>
          <a:xfrm>
            <a:off x="1393825" y="3017485"/>
            <a:ext cx="2735263" cy="692152"/>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0" name="Text Placeholder 12"/>
          <p:cNvSpPr>
            <a:spLocks noGrp="1"/>
          </p:cNvSpPr>
          <p:nvPr>
            <p:ph type="body" sz="quarter" idx="15" hasCustomPrompt="1"/>
          </p:nvPr>
        </p:nvSpPr>
        <p:spPr>
          <a:xfrm>
            <a:off x="1393825" y="4040456"/>
            <a:ext cx="2735263"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1" name="Text Placeholder 12"/>
          <p:cNvSpPr>
            <a:spLocks noGrp="1"/>
          </p:cNvSpPr>
          <p:nvPr>
            <p:ph type="body" sz="quarter" idx="16" hasCustomPrompt="1"/>
          </p:nvPr>
        </p:nvSpPr>
        <p:spPr>
          <a:xfrm>
            <a:off x="1393825" y="5076547"/>
            <a:ext cx="2735263" cy="692153"/>
          </a:xfrm>
          <a:prstGeom prst="rect">
            <a:avLst/>
          </a:prstGeom>
        </p:spPr>
        <p:txBody>
          <a:bodyPr lIns="91440" tIns="45720" rIns="91440" bIns="45720" anchor="ctr">
            <a:noAutofit/>
          </a:bodyPr>
          <a:lstStyle>
            <a:lvl1pPr marL="0" indent="0">
              <a:buNone/>
              <a:defRPr b="1">
                <a:solidFill>
                  <a:schemeClr val="accent1"/>
                </a:solidFill>
              </a:defRPr>
            </a:lvl1pPr>
          </a:lstStyle>
          <a:p>
            <a:pPr lvl="0"/>
            <a:r>
              <a:rPr lang="en-US" noProof="0"/>
              <a:t>Click to edit master text styles</a:t>
            </a:r>
          </a:p>
        </p:txBody>
      </p:sp>
      <p:sp>
        <p:nvSpPr>
          <p:cNvPr id="82" name="Text Placeholder 12"/>
          <p:cNvSpPr>
            <a:spLocks noGrp="1"/>
          </p:cNvSpPr>
          <p:nvPr>
            <p:ph type="body" sz="quarter" idx="17" hasCustomPrompt="1"/>
          </p:nvPr>
        </p:nvSpPr>
        <p:spPr>
          <a:xfrm>
            <a:off x="4249738" y="1995488"/>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3" name="Text Placeholder 12"/>
          <p:cNvSpPr>
            <a:spLocks noGrp="1"/>
          </p:cNvSpPr>
          <p:nvPr>
            <p:ph type="body" sz="quarter" idx="18" hasCustomPrompt="1"/>
          </p:nvPr>
        </p:nvSpPr>
        <p:spPr>
          <a:xfrm>
            <a:off x="4249738" y="3017485"/>
            <a:ext cx="5831288" cy="692152"/>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4" name="Text Placeholder 12"/>
          <p:cNvSpPr>
            <a:spLocks noGrp="1"/>
          </p:cNvSpPr>
          <p:nvPr>
            <p:ph type="body" sz="quarter" idx="19" hasCustomPrompt="1"/>
          </p:nvPr>
        </p:nvSpPr>
        <p:spPr>
          <a:xfrm>
            <a:off x="4249738" y="4040456"/>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85" name="Text Placeholder 12"/>
          <p:cNvSpPr>
            <a:spLocks noGrp="1"/>
          </p:cNvSpPr>
          <p:nvPr>
            <p:ph type="body" sz="quarter" idx="20" hasCustomPrompt="1"/>
          </p:nvPr>
        </p:nvSpPr>
        <p:spPr>
          <a:xfrm>
            <a:off x="4249738" y="5076547"/>
            <a:ext cx="5831288" cy="692153"/>
          </a:xfrm>
          <a:prstGeom prst="rect">
            <a:avLst/>
          </a:prstGeom>
        </p:spPr>
        <p:txBody>
          <a:bodyPr lIns="91440" tIns="45720" rIns="91440" bIns="45720" anchor="ctr">
            <a:noAutofit/>
          </a:bodyPr>
          <a:lstStyle>
            <a:lvl1pPr marL="0" indent="0">
              <a:buNone/>
              <a:defRPr sz="1600">
                <a:solidFill>
                  <a:schemeClr val="tx1"/>
                </a:solidFill>
              </a:defRPr>
            </a:lvl1pPr>
          </a:lstStyle>
          <a:p>
            <a:pPr lvl="0"/>
            <a:r>
              <a:rPr lang="en-US" noProof="0"/>
              <a:t>Click to edit master text styles</a:t>
            </a:r>
          </a:p>
        </p:txBody>
      </p:sp>
      <p:sp>
        <p:nvSpPr>
          <p:cNvPr id="17" name="Title 1">
            <a:extLst>
              <a:ext uri="{FF2B5EF4-FFF2-40B4-BE49-F238E27FC236}">
                <a16:creationId xmlns:a16="http://schemas.microsoft.com/office/drawing/2014/main" id="{6F29BA38-AE87-4588-B423-378EB33BF99C}"/>
              </a:ext>
            </a:extLst>
          </p:cNvPr>
          <p:cNvSpPr>
            <a:spLocks noGrp="1"/>
          </p:cNvSpPr>
          <p:nvPr>
            <p:ph type="title" hasCustomPrompt="1"/>
          </p:nvPr>
        </p:nvSpPr>
        <p:spPr>
          <a:xfrm>
            <a:off x="442914" y="183398"/>
            <a:ext cx="10823134" cy="962008"/>
          </a:xfrm>
          <a:prstGeom prst="rect">
            <a:avLst/>
          </a:prstGeom>
        </p:spPr>
        <p:txBody>
          <a:bodyPr>
            <a:noAutofit/>
          </a:bodyPr>
          <a:lstStyle/>
          <a:p>
            <a:r>
              <a:rPr lang="en-US" noProof="0"/>
              <a:t>Click to edit master title style</a:t>
            </a:r>
          </a:p>
        </p:txBody>
      </p:sp>
      <p:sp>
        <p:nvSpPr>
          <p:cNvPr id="18" name="Body Level One…">
            <a:extLst>
              <a:ext uri="{FF2B5EF4-FFF2-40B4-BE49-F238E27FC236}">
                <a16:creationId xmlns:a16="http://schemas.microsoft.com/office/drawing/2014/main" id="{602E5113-3297-4D98-8822-6ACB42FB1A6E}"/>
              </a:ext>
            </a:extLst>
          </p:cNvPr>
          <p:cNvSpPr txBox="1">
            <a:spLocks noGrp="1"/>
          </p:cNvSpPr>
          <p:nvPr>
            <p:ph type="body" sz="quarter" idx="25" hasCustomPrompt="1"/>
          </p:nvPr>
        </p:nvSpPr>
        <p:spPr>
          <a:xfrm>
            <a:off x="442913" y="1155345"/>
            <a:ext cx="10823134"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
        <p:nvSpPr>
          <p:cNvPr id="22" name="Text Placeholder 9">
            <a:extLst>
              <a:ext uri="{FF2B5EF4-FFF2-40B4-BE49-F238E27FC236}">
                <a16:creationId xmlns:a16="http://schemas.microsoft.com/office/drawing/2014/main" id="{1CB6A48A-09C3-4A9A-831D-AA8CDA77FC3D}"/>
              </a:ext>
            </a:extLst>
          </p:cNvPr>
          <p:cNvSpPr>
            <a:spLocks noGrp="1"/>
          </p:cNvSpPr>
          <p:nvPr>
            <p:ph type="body" sz="quarter" idx="28" hasCustomPrompt="1"/>
          </p:nvPr>
        </p:nvSpPr>
        <p:spPr>
          <a:xfrm>
            <a:off x="623398"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3" name="Text Placeholder 9">
            <a:extLst>
              <a:ext uri="{FF2B5EF4-FFF2-40B4-BE49-F238E27FC236}">
                <a16:creationId xmlns:a16="http://schemas.microsoft.com/office/drawing/2014/main" id="{CBA2A3ED-F2F5-4A1D-BD91-F08B1204284A}"/>
              </a:ext>
            </a:extLst>
          </p:cNvPr>
          <p:cNvSpPr>
            <a:spLocks noGrp="1"/>
          </p:cNvSpPr>
          <p:nvPr>
            <p:ph type="body" sz="quarter" idx="29" hasCustomPrompt="1"/>
          </p:nvPr>
        </p:nvSpPr>
        <p:spPr>
          <a:xfrm>
            <a:off x="623398"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4" name="Text Placeholder 9">
            <a:extLst>
              <a:ext uri="{FF2B5EF4-FFF2-40B4-BE49-F238E27FC236}">
                <a16:creationId xmlns:a16="http://schemas.microsoft.com/office/drawing/2014/main" id="{93EF349F-21A2-46D9-8597-2C259EEED62D}"/>
              </a:ext>
            </a:extLst>
          </p:cNvPr>
          <p:cNvSpPr>
            <a:spLocks noGrp="1"/>
          </p:cNvSpPr>
          <p:nvPr>
            <p:ph type="body" sz="quarter" idx="30" hasCustomPrompt="1"/>
          </p:nvPr>
        </p:nvSpPr>
        <p:spPr>
          <a:xfrm>
            <a:off x="623398"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5" name="Text Placeholder 9">
            <a:extLst>
              <a:ext uri="{FF2B5EF4-FFF2-40B4-BE49-F238E27FC236}">
                <a16:creationId xmlns:a16="http://schemas.microsoft.com/office/drawing/2014/main" id="{3CCE2CE9-A9DC-4C3A-B0D6-8C082FB8881A}"/>
              </a:ext>
            </a:extLst>
          </p:cNvPr>
          <p:cNvSpPr>
            <a:spLocks noGrp="1"/>
          </p:cNvSpPr>
          <p:nvPr>
            <p:ph type="body" sz="quarter" idx="31" hasCustomPrompt="1"/>
          </p:nvPr>
        </p:nvSpPr>
        <p:spPr>
          <a:xfrm>
            <a:off x="623398"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Tree>
    <p:extLst>
      <p:ext uri="{BB962C8B-B14F-4D97-AF65-F5344CB8AC3E}">
        <p14:creationId xmlns:p14="http://schemas.microsoft.com/office/powerpoint/2010/main" val="155019101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Agenda 3">
    <p:spTree>
      <p:nvGrpSpPr>
        <p:cNvPr id="1" name=""/>
        <p:cNvGrpSpPr/>
        <p:nvPr/>
      </p:nvGrpSpPr>
      <p:grpSpPr>
        <a:xfrm>
          <a:off x="0" y="0"/>
          <a:ext cx="0" cy="0"/>
          <a:chOff x="0" y="0"/>
          <a:chExt cx="0" cy="0"/>
        </a:xfrm>
      </p:grpSpPr>
      <p:sp>
        <p:nvSpPr>
          <p:cNvPr id="128" name="Body Level One…"/>
          <p:cNvSpPr txBox="1">
            <a:spLocks noGrp="1"/>
          </p:cNvSpPr>
          <p:nvPr>
            <p:ph type="body" sz="quarter" idx="1" hasCustomPrompt="1"/>
          </p:nvPr>
        </p:nvSpPr>
        <p:spPr>
          <a:xfrm>
            <a:off x="1400077" y="1995488"/>
            <a:ext cx="2731857" cy="692153"/>
          </a:xfrm>
          <a:prstGeom prst="rect">
            <a:avLst/>
          </a:prstGeom>
        </p:spPr>
        <p:txBody>
          <a:bodyPr lIns="91440" tIns="45720" rIns="91440" bIns="45720" anchor="ctr">
            <a:noAutofit/>
          </a:bodyPr>
          <a:lstStyle>
            <a:lvl1pPr marL="0" indent="0" algn="l">
              <a:buSzTx/>
              <a:buFont typeface="Arial" panose="020B0604020202020204" pitchFamily="34" charset="0"/>
              <a:buNone/>
              <a:defRPr sz="1800" b="1">
                <a:solidFill>
                  <a:schemeClr val="accent1"/>
                </a:solidFill>
              </a:defRPr>
            </a:lvl1pPr>
            <a:lvl2pPr marL="457200" indent="0" algn="l">
              <a:buFontTx/>
              <a:buNone/>
              <a:defRPr sz="1800">
                <a:solidFill>
                  <a:schemeClr val="accent1"/>
                </a:solidFill>
              </a:defRPr>
            </a:lvl2pPr>
            <a:lvl3pPr marL="914400" indent="0" algn="l">
              <a:buFontTx/>
              <a:buNone/>
              <a:defRPr sz="1800">
                <a:solidFill>
                  <a:schemeClr val="accent1"/>
                </a:solidFill>
              </a:defRPr>
            </a:lvl3pPr>
            <a:lvl4pPr marL="1371600" indent="0" algn="l">
              <a:buFontTx/>
              <a:buNone/>
              <a:defRPr sz="1800">
                <a:solidFill>
                  <a:schemeClr val="accent1"/>
                </a:solidFill>
              </a:defRPr>
            </a:lvl4pPr>
            <a:lvl5pPr marL="1828800" indent="0" algn="l">
              <a:buFontTx/>
              <a:buNone/>
              <a:defRPr sz="1800">
                <a:solidFill>
                  <a:schemeClr val="accent1"/>
                </a:solidFill>
              </a:defRPr>
            </a:lvl5pPr>
          </a:lstStyle>
          <a:p>
            <a:pPr lvl="0"/>
            <a:r>
              <a:rPr lang="en-US" noProof="0"/>
              <a:t>Click to edit master text styles</a:t>
            </a:r>
          </a:p>
        </p:txBody>
      </p:sp>
      <p:sp>
        <p:nvSpPr>
          <p:cNvPr id="129" name="Text Placeholder 12"/>
          <p:cNvSpPr>
            <a:spLocks noGrp="1"/>
          </p:cNvSpPr>
          <p:nvPr>
            <p:ph type="body" sz="quarter" idx="13" hasCustomPrompt="1"/>
          </p:nvPr>
        </p:nvSpPr>
        <p:spPr>
          <a:xfrm>
            <a:off x="1400077" y="3017485"/>
            <a:ext cx="2731858" cy="692152"/>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0" name="Text Placeholder 12"/>
          <p:cNvSpPr>
            <a:spLocks noGrp="1"/>
          </p:cNvSpPr>
          <p:nvPr>
            <p:ph type="body" sz="quarter" idx="14" hasCustomPrompt="1"/>
          </p:nvPr>
        </p:nvSpPr>
        <p:spPr>
          <a:xfrm>
            <a:off x="1400077" y="4040456"/>
            <a:ext cx="2731858"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1" name="Text Placeholder 12"/>
          <p:cNvSpPr>
            <a:spLocks noGrp="1"/>
          </p:cNvSpPr>
          <p:nvPr>
            <p:ph type="body" sz="quarter" idx="15" hasCustomPrompt="1"/>
          </p:nvPr>
        </p:nvSpPr>
        <p:spPr>
          <a:xfrm>
            <a:off x="1400077" y="5076547"/>
            <a:ext cx="2731858"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2" name="Text Placeholder 12"/>
          <p:cNvSpPr>
            <a:spLocks noGrp="1"/>
          </p:cNvSpPr>
          <p:nvPr>
            <p:ph type="body" sz="quarter" idx="16" hasCustomPrompt="1"/>
          </p:nvPr>
        </p:nvSpPr>
        <p:spPr>
          <a:xfrm>
            <a:off x="4249876" y="1995488"/>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3" name="Text Placeholder 12"/>
          <p:cNvSpPr>
            <a:spLocks noGrp="1"/>
          </p:cNvSpPr>
          <p:nvPr>
            <p:ph type="body" sz="quarter" idx="17" hasCustomPrompt="1"/>
          </p:nvPr>
        </p:nvSpPr>
        <p:spPr>
          <a:xfrm>
            <a:off x="4249876" y="3010248"/>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4" name="Text Placeholder 12"/>
          <p:cNvSpPr>
            <a:spLocks noGrp="1"/>
          </p:cNvSpPr>
          <p:nvPr>
            <p:ph type="body" sz="quarter" idx="18" hasCustomPrompt="1"/>
          </p:nvPr>
        </p:nvSpPr>
        <p:spPr>
          <a:xfrm>
            <a:off x="4249876" y="4058463"/>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5" name="Text Placeholder 12"/>
          <p:cNvSpPr>
            <a:spLocks noGrp="1"/>
          </p:cNvSpPr>
          <p:nvPr>
            <p:ph type="body" sz="quarter" idx="19" hasCustomPrompt="1"/>
          </p:nvPr>
        </p:nvSpPr>
        <p:spPr>
          <a:xfrm>
            <a:off x="4249876" y="5073222"/>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36" name="Text Placeholder 12"/>
          <p:cNvSpPr>
            <a:spLocks noGrp="1"/>
          </p:cNvSpPr>
          <p:nvPr>
            <p:ph type="body" sz="quarter" idx="20" hasCustomPrompt="1"/>
          </p:nvPr>
        </p:nvSpPr>
        <p:spPr>
          <a:xfrm>
            <a:off x="7117246" y="1995488"/>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7" name="Text Placeholder 12"/>
          <p:cNvSpPr>
            <a:spLocks noGrp="1"/>
          </p:cNvSpPr>
          <p:nvPr>
            <p:ph type="body" sz="quarter" idx="21" hasCustomPrompt="1"/>
          </p:nvPr>
        </p:nvSpPr>
        <p:spPr>
          <a:xfrm>
            <a:off x="7117246" y="3017485"/>
            <a:ext cx="2731857" cy="692152"/>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8" name="Text Placeholder 12"/>
          <p:cNvSpPr>
            <a:spLocks noGrp="1"/>
          </p:cNvSpPr>
          <p:nvPr>
            <p:ph type="body" sz="quarter" idx="22" hasCustomPrompt="1"/>
          </p:nvPr>
        </p:nvSpPr>
        <p:spPr>
          <a:xfrm>
            <a:off x="7117246" y="4040456"/>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39" name="Text Placeholder 12"/>
          <p:cNvSpPr>
            <a:spLocks noGrp="1"/>
          </p:cNvSpPr>
          <p:nvPr>
            <p:ph type="body" sz="quarter" idx="23" hasCustomPrompt="1"/>
          </p:nvPr>
        </p:nvSpPr>
        <p:spPr>
          <a:xfrm>
            <a:off x="7117246" y="5076547"/>
            <a:ext cx="2731857" cy="692153"/>
          </a:xfrm>
          <a:prstGeom prst="rect">
            <a:avLst/>
          </a:prstGeom>
        </p:spPr>
        <p:txBody>
          <a:bodyPr lIns="91440" tIns="45720" rIns="91440" bIns="45720" anchor="ctr">
            <a:noAutofit/>
          </a:bodyPr>
          <a:lstStyle>
            <a:lvl1pPr marL="0" indent="0" algn="l">
              <a:buNone/>
              <a:defRPr sz="1800" b="1">
                <a:solidFill>
                  <a:schemeClr val="accent1"/>
                </a:solidFill>
              </a:defRPr>
            </a:lvl1pPr>
          </a:lstStyle>
          <a:p>
            <a:pPr lvl="0"/>
            <a:r>
              <a:rPr lang="en-US" noProof="0"/>
              <a:t>Click to edit master text styles</a:t>
            </a:r>
          </a:p>
        </p:txBody>
      </p:sp>
      <p:sp>
        <p:nvSpPr>
          <p:cNvPr id="140" name="Text Placeholder 12"/>
          <p:cNvSpPr>
            <a:spLocks noGrp="1"/>
          </p:cNvSpPr>
          <p:nvPr>
            <p:ph type="body" sz="quarter" idx="24" hasCustomPrompt="1"/>
          </p:nvPr>
        </p:nvSpPr>
        <p:spPr>
          <a:xfrm>
            <a:off x="9967913" y="1995488"/>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1" name="Text Placeholder 12"/>
          <p:cNvSpPr>
            <a:spLocks noGrp="1"/>
          </p:cNvSpPr>
          <p:nvPr>
            <p:ph type="body" sz="quarter" idx="25" hasCustomPrompt="1"/>
          </p:nvPr>
        </p:nvSpPr>
        <p:spPr>
          <a:xfrm>
            <a:off x="9967913" y="3010248"/>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2" name="Text Placeholder 12"/>
          <p:cNvSpPr>
            <a:spLocks noGrp="1"/>
          </p:cNvSpPr>
          <p:nvPr>
            <p:ph type="body" sz="quarter" idx="26" hasCustomPrompt="1"/>
          </p:nvPr>
        </p:nvSpPr>
        <p:spPr>
          <a:xfrm>
            <a:off x="9967913" y="4058463"/>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3" name="Text Placeholder 12"/>
          <p:cNvSpPr>
            <a:spLocks noGrp="1"/>
          </p:cNvSpPr>
          <p:nvPr>
            <p:ph type="body" sz="quarter" idx="27" hasCustomPrompt="1"/>
          </p:nvPr>
        </p:nvSpPr>
        <p:spPr>
          <a:xfrm>
            <a:off x="9967913" y="5073222"/>
            <a:ext cx="1779449" cy="692153"/>
          </a:xfrm>
          <a:prstGeom prst="rect">
            <a:avLst/>
          </a:prstGeom>
        </p:spPr>
        <p:txBody>
          <a:bodyPr lIns="91440" tIns="45720" rIns="91440" bIns="45720" anchor="ctr">
            <a:noAutofit/>
          </a:bodyPr>
          <a:lstStyle>
            <a:lvl1pPr marL="0" indent="0">
              <a:buNone/>
              <a:defRPr sz="1000">
                <a:solidFill>
                  <a:schemeClr val="tx1"/>
                </a:solidFill>
              </a:defRPr>
            </a:lvl1pPr>
          </a:lstStyle>
          <a:p>
            <a:pPr lvl="0"/>
            <a:r>
              <a:rPr lang="en-US" noProof="0"/>
              <a:t>Click to edit master text styles</a:t>
            </a:r>
          </a:p>
        </p:txBody>
      </p:sp>
      <p:sp>
        <p:nvSpPr>
          <p:cNvPr id="145" name="Text Placeholder 9"/>
          <p:cNvSpPr>
            <a:spLocks noGrp="1"/>
          </p:cNvSpPr>
          <p:nvPr>
            <p:ph type="body" sz="quarter" idx="28" hasCustomPrompt="1"/>
          </p:nvPr>
        </p:nvSpPr>
        <p:spPr>
          <a:xfrm>
            <a:off x="629650"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6" name="Text Placeholder 9"/>
          <p:cNvSpPr>
            <a:spLocks noGrp="1"/>
          </p:cNvSpPr>
          <p:nvPr>
            <p:ph type="body" sz="quarter" idx="29" hasCustomPrompt="1"/>
          </p:nvPr>
        </p:nvSpPr>
        <p:spPr>
          <a:xfrm>
            <a:off x="629650"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7" name="Text Placeholder 9"/>
          <p:cNvSpPr>
            <a:spLocks noGrp="1"/>
          </p:cNvSpPr>
          <p:nvPr>
            <p:ph type="body" sz="quarter" idx="30" hasCustomPrompt="1"/>
          </p:nvPr>
        </p:nvSpPr>
        <p:spPr>
          <a:xfrm>
            <a:off x="629650"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8" name="Text Placeholder 9"/>
          <p:cNvSpPr>
            <a:spLocks noGrp="1"/>
          </p:cNvSpPr>
          <p:nvPr>
            <p:ph type="body" sz="quarter" idx="31" hasCustomPrompt="1"/>
          </p:nvPr>
        </p:nvSpPr>
        <p:spPr>
          <a:xfrm>
            <a:off x="629650"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49" name="Text Placeholder 9"/>
          <p:cNvSpPr>
            <a:spLocks noGrp="1"/>
          </p:cNvSpPr>
          <p:nvPr>
            <p:ph type="body" sz="quarter" idx="32" hasCustomPrompt="1"/>
          </p:nvPr>
        </p:nvSpPr>
        <p:spPr>
          <a:xfrm>
            <a:off x="6371514" y="206567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0" name="Text Placeholder 9"/>
          <p:cNvSpPr>
            <a:spLocks noGrp="1"/>
          </p:cNvSpPr>
          <p:nvPr>
            <p:ph type="body" sz="quarter" idx="33" hasCustomPrompt="1"/>
          </p:nvPr>
        </p:nvSpPr>
        <p:spPr>
          <a:xfrm>
            <a:off x="6371514" y="3092562"/>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1" name="Text Placeholder 9"/>
          <p:cNvSpPr>
            <a:spLocks noGrp="1"/>
          </p:cNvSpPr>
          <p:nvPr>
            <p:ph type="body" sz="quarter" idx="34" hasCustomPrompt="1"/>
          </p:nvPr>
        </p:nvSpPr>
        <p:spPr>
          <a:xfrm>
            <a:off x="6371514" y="4119450"/>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152" name="Text Placeholder 9"/>
          <p:cNvSpPr>
            <a:spLocks noGrp="1"/>
          </p:cNvSpPr>
          <p:nvPr>
            <p:ph type="body" sz="quarter" idx="35" hasCustomPrompt="1"/>
          </p:nvPr>
        </p:nvSpPr>
        <p:spPr>
          <a:xfrm>
            <a:off x="6371514" y="5146337"/>
            <a:ext cx="555173" cy="551772"/>
          </a:xfrm>
          <a:prstGeom prst="ellipse">
            <a:avLst/>
          </a:prstGeom>
          <a:solidFill>
            <a:schemeClr val="tx2"/>
          </a:solidFill>
          <a:ln w="101600" cmpd="thinThick">
            <a:solidFill>
              <a:schemeClr val="tx2"/>
            </a:solidFill>
            <a:round/>
          </a:ln>
        </p:spPr>
        <p:txBody>
          <a:bodyPr lIns="0" tIns="0" rIns="0" bIns="0" anchor="ctr">
            <a:noAutofit/>
          </a:bodyPr>
          <a:lstStyle>
            <a:lvl1pPr marL="0" indent="0" algn="ctr">
              <a:buNone/>
              <a:defRPr sz="1800" b="1" i="0">
                <a:solidFill>
                  <a:schemeClr val="bg1"/>
                </a:solidFill>
                <a:latin typeface="Montserrat" pitchFamily="2" charset="77"/>
              </a:defRPr>
            </a:lvl1pPr>
          </a:lstStyle>
          <a:p>
            <a:pPr lvl="0"/>
            <a:r>
              <a:rPr lang="en-US" noProof="0"/>
              <a:t>#</a:t>
            </a:r>
          </a:p>
        </p:txBody>
      </p:sp>
      <p:sp>
        <p:nvSpPr>
          <p:cNvPr id="28" name="Title 1">
            <a:extLst>
              <a:ext uri="{FF2B5EF4-FFF2-40B4-BE49-F238E27FC236}">
                <a16:creationId xmlns:a16="http://schemas.microsoft.com/office/drawing/2014/main" id="{E24BA24C-F200-4E1D-80B5-9FC9E9AF9025}"/>
              </a:ext>
            </a:extLst>
          </p:cNvPr>
          <p:cNvSpPr>
            <a:spLocks noGrp="1"/>
          </p:cNvSpPr>
          <p:nvPr>
            <p:ph type="title" hasCustomPrompt="1"/>
          </p:nvPr>
        </p:nvSpPr>
        <p:spPr>
          <a:xfrm>
            <a:off x="442914" y="183398"/>
            <a:ext cx="10823134" cy="962008"/>
          </a:xfrm>
          <a:prstGeom prst="rect">
            <a:avLst/>
          </a:prstGeom>
        </p:spPr>
        <p:txBody>
          <a:bodyPr>
            <a:noAutofit/>
          </a:bodyPr>
          <a:lstStyle/>
          <a:p>
            <a:r>
              <a:rPr lang="en-US" noProof="0"/>
              <a:t>Click to edit master title style</a:t>
            </a:r>
          </a:p>
        </p:txBody>
      </p:sp>
      <p:sp>
        <p:nvSpPr>
          <p:cNvPr id="30" name="Body Level One…">
            <a:extLst>
              <a:ext uri="{FF2B5EF4-FFF2-40B4-BE49-F238E27FC236}">
                <a16:creationId xmlns:a16="http://schemas.microsoft.com/office/drawing/2014/main" id="{BCC5B421-5F34-41AD-AD68-BAFE3E926CBB}"/>
              </a:ext>
            </a:extLst>
          </p:cNvPr>
          <p:cNvSpPr txBox="1">
            <a:spLocks noGrp="1"/>
          </p:cNvSpPr>
          <p:nvPr>
            <p:ph type="body" sz="quarter" idx="36" hasCustomPrompt="1"/>
          </p:nvPr>
        </p:nvSpPr>
        <p:spPr>
          <a:xfrm>
            <a:off x="442913" y="1155345"/>
            <a:ext cx="10823134" cy="341632"/>
          </a:xfrm>
          <a:prstGeom prst="rect">
            <a:avLst/>
          </a:prstGeom>
        </p:spPr>
        <p:txBody>
          <a:bodyPr lIns="91440" tIns="45720" rIns="91440" bIns="45720" anchor="t">
            <a:noAutofit/>
          </a:bodyPr>
          <a:lstStyle>
            <a:lvl1pPr marL="0" indent="0" algn="l">
              <a:buSzTx/>
              <a:buFont typeface="Arial" panose="020B0604020202020204" pitchFamily="34" charset="0"/>
              <a:buNone/>
              <a:defRPr sz="1800" b="1" i="0">
                <a:solidFill>
                  <a:schemeClr val="tx1"/>
                </a:solidFill>
                <a:latin typeface="Montserrat SemiBold" pitchFamily="2" charset="77"/>
              </a:defRPr>
            </a:lvl1pPr>
            <a:lvl2pPr marL="457200" indent="0" algn="l">
              <a:buFontTx/>
              <a:buNone/>
              <a:defRPr sz="1600">
                <a:solidFill>
                  <a:schemeClr val="accent1"/>
                </a:solidFill>
              </a:defRPr>
            </a:lvl2pPr>
            <a:lvl3pPr marL="914400" indent="0" algn="l">
              <a:buFontTx/>
              <a:buNone/>
              <a:defRPr sz="1600">
                <a:solidFill>
                  <a:schemeClr val="accent1"/>
                </a:solidFill>
              </a:defRPr>
            </a:lvl3pPr>
            <a:lvl4pPr marL="1371600" indent="0" algn="l">
              <a:buFontTx/>
              <a:buNone/>
              <a:defRPr sz="1600">
                <a:solidFill>
                  <a:schemeClr val="accent1"/>
                </a:solidFill>
              </a:defRPr>
            </a:lvl4pPr>
            <a:lvl5pPr marL="1828800" indent="0" algn="l">
              <a:buFontTx/>
              <a:buNone/>
              <a:defRPr sz="1600">
                <a:solidFill>
                  <a:schemeClr val="accent1"/>
                </a:solidFill>
              </a:defRPr>
            </a:lvl5pPr>
          </a:lstStyle>
          <a:p>
            <a:r>
              <a:rPr lang="en-US" noProof="0"/>
              <a:t>Click to add subtitle</a:t>
            </a:r>
          </a:p>
        </p:txBody>
      </p:sp>
    </p:spTree>
    <p:extLst>
      <p:ext uri="{BB962C8B-B14F-4D97-AF65-F5344CB8AC3E}">
        <p14:creationId xmlns:p14="http://schemas.microsoft.com/office/powerpoint/2010/main" val="315698486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21" Type="http://schemas.openxmlformats.org/officeDocument/2006/relationships/image" Target="../media/image1.png"/><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image" Target="../media/image9.sv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theme" Target="../theme/theme4.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image" Target="../media/image9.svg"/><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
      <p:bgPr>
        <a:solidFill>
          <a:schemeClr val="bg1"/>
        </a:solidFill>
        <a:effectLst/>
      </p:bgPr>
    </p:bg>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DE7691D0-6219-E44C-ABD8-D0742BD37D86}"/>
              </a:ext>
            </a:extLst>
          </p:cNvPr>
          <p:cNvSpPr>
            <a:spLocks/>
          </p:cNvSpPr>
          <p:nvPr userDrawn="1"/>
        </p:nvSpPr>
        <p:spPr bwMode="auto">
          <a:xfrm>
            <a:off x="11639550" y="6559550"/>
            <a:ext cx="444501" cy="220663"/>
          </a:xfrm>
          <a:custGeom>
            <a:avLst/>
            <a:gdLst>
              <a:gd name="T0" fmla="*/ 408 w 544"/>
              <a:gd name="T1" fmla="*/ 272 h 272"/>
              <a:gd name="T2" fmla="*/ 408 w 544"/>
              <a:gd name="T3" fmla="*/ 272 h 272"/>
              <a:gd name="T4" fmla="*/ 136 w 544"/>
              <a:gd name="T5" fmla="*/ 272 h 272"/>
              <a:gd name="T6" fmla="*/ 0 w 544"/>
              <a:gd name="T7" fmla="*/ 135 h 272"/>
              <a:gd name="T8" fmla="*/ 0 w 544"/>
              <a:gd name="T9" fmla="*/ 135 h 272"/>
              <a:gd name="T10" fmla="*/ 136 w 544"/>
              <a:gd name="T11" fmla="*/ 0 h 272"/>
              <a:gd name="T12" fmla="*/ 408 w 544"/>
              <a:gd name="T13" fmla="*/ 0 h 272"/>
              <a:gd name="T14" fmla="*/ 544 w 544"/>
              <a:gd name="T15" fmla="*/ 135 h 272"/>
              <a:gd name="T16" fmla="*/ 544 w 544"/>
              <a:gd name="T17" fmla="*/ 135 h 272"/>
              <a:gd name="T18" fmla="*/ 408 w 544"/>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4" h="272">
                <a:moveTo>
                  <a:pt x="408" y="272"/>
                </a:moveTo>
                <a:lnTo>
                  <a:pt x="408" y="272"/>
                </a:lnTo>
                <a:lnTo>
                  <a:pt x="136" y="272"/>
                </a:lnTo>
                <a:cubicBezTo>
                  <a:pt x="60" y="272"/>
                  <a:pt x="0" y="211"/>
                  <a:pt x="0" y="135"/>
                </a:cubicBezTo>
                <a:lnTo>
                  <a:pt x="0" y="135"/>
                </a:lnTo>
                <a:cubicBezTo>
                  <a:pt x="0" y="60"/>
                  <a:pt x="60" y="0"/>
                  <a:pt x="136" y="0"/>
                </a:cubicBezTo>
                <a:lnTo>
                  <a:pt x="408" y="0"/>
                </a:lnTo>
                <a:cubicBezTo>
                  <a:pt x="483" y="0"/>
                  <a:pt x="544" y="60"/>
                  <a:pt x="544" y="135"/>
                </a:cubicBezTo>
                <a:lnTo>
                  <a:pt x="544" y="135"/>
                </a:lnTo>
                <a:cubicBezTo>
                  <a:pt x="544" y="211"/>
                  <a:pt x="483" y="272"/>
                  <a:pt x="408" y="272"/>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0CB51B-C833-91B0-332E-E6F88922848D}"/>
              </a:ext>
            </a:extLst>
          </p:cNvPr>
          <p:cNvSpPr>
            <a:spLocks/>
          </p:cNvSpPr>
          <p:nvPr userDrawn="1"/>
        </p:nvSpPr>
        <p:spPr bwMode="auto">
          <a:xfrm>
            <a:off x="11861800" y="6559550"/>
            <a:ext cx="222250" cy="220663"/>
          </a:xfrm>
          <a:custGeom>
            <a:avLst/>
            <a:gdLst>
              <a:gd name="T0" fmla="*/ 272 w 272"/>
              <a:gd name="T1" fmla="*/ 135 h 272"/>
              <a:gd name="T2" fmla="*/ 272 w 272"/>
              <a:gd name="T3" fmla="*/ 135 h 272"/>
              <a:gd name="T4" fmla="*/ 136 w 272"/>
              <a:gd name="T5" fmla="*/ 272 h 272"/>
              <a:gd name="T6" fmla="*/ 0 w 272"/>
              <a:gd name="T7" fmla="*/ 135 h 272"/>
              <a:gd name="T8" fmla="*/ 136 w 272"/>
              <a:gd name="T9" fmla="*/ 0 h 272"/>
              <a:gd name="T10" fmla="*/ 272 w 272"/>
              <a:gd name="T11" fmla="*/ 135 h 272"/>
            </a:gdLst>
            <a:ahLst/>
            <a:cxnLst>
              <a:cxn ang="0">
                <a:pos x="T0" y="T1"/>
              </a:cxn>
              <a:cxn ang="0">
                <a:pos x="T2" y="T3"/>
              </a:cxn>
              <a:cxn ang="0">
                <a:pos x="T4" y="T5"/>
              </a:cxn>
              <a:cxn ang="0">
                <a:pos x="T6" y="T7"/>
              </a:cxn>
              <a:cxn ang="0">
                <a:pos x="T8" y="T9"/>
              </a:cxn>
              <a:cxn ang="0">
                <a:pos x="T10" y="T11"/>
              </a:cxn>
            </a:cxnLst>
            <a:rect l="0" t="0" r="r" b="b"/>
            <a:pathLst>
              <a:path w="272" h="272">
                <a:moveTo>
                  <a:pt x="272" y="135"/>
                </a:moveTo>
                <a:lnTo>
                  <a:pt x="272" y="135"/>
                </a:lnTo>
                <a:cubicBezTo>
                  <a:pt x="272" y="211"/>
                  <a:pt x="211" y="272"/>
                  <a:pt x="136" y="272"/>
                </a:cubicBezTo>
                <a:cubicBezTo>
                  <a:pt x="60" y="272"/>
                  <a:pt x="0" y="211"/>
                  <a:pt x="0" y="135"/>
                </a:cubicBezTo>
                <a:cubicBezTo>
                  <a:pt x="0" y="60"/>
                  <a:pt x="60" y="0"/>
                  <a:pt x="136" y="0"/>
                </a:cubicBezTo>
                <a:cubicBezTo>
                  <a:pt x="211" y="0"/>
                  <a:pt x="272" y="60"/>
                  <a:pt x="272" y="135"/>
                </a:cubicBezTo>
                <a:close/>
              </a:path>
            </a:pathLst>
          </a:custGeom>
          <a:solidFill>
            <a:srgbClr val="003D5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Title Text"/>
          <p:cNvSpPr txBox="1">
            <a:spLocks noGrp="1"/>
          </p:cNvSpPr>
          <p:nvPr>
            <p:ph type="title"/>
          </p:nvPr>
        </p:nvSpPr>
        <p:spPr>
          <a:xfrm>
            <a:off x="765313" y="183398"/>
            <a:ext cx="10661375" cy="96200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91440" tIns="45720" rIns="91440" bIns="0" anchor="b">
            <a:noAutofit/>
          </a:bodyPr>
          <a:lstStyle/>
          <a:p>
            <a:r>
              <a:rPr lang="en-US" noProof="0"/>
              <a:t>Title text</a:t>
            </a:r>
          </a:p>
        </p:txBody>
      </p:sp>
      <p:sp>
        <p:nvSpPr>
          <p:cNvPr id="2" name="Text Placeholder 1">
            <a:extLst>
              <a:ext uri="{FF2B5EF4-FFF2-40B4-BE49-F238E27FC236}">
                <a16:creationId xmlns:a16="http://schemas.microsoft.com/office/drawing/2014/main" id="{F9D22436-7202-4C54-A1C5-AA6CC9F43C96}"/>
              </a:ext>
            </a:extLst>
          </p:cNvPr>
          <p:cNvSpPr>
            <a:spLocks noGrp="1"/>
          </p:cNvSpPr>
          <p:nvPr>
            <p:ph type="body" idx="1"/>
          </p:nvPr>
        </p:nvSpPr>
        <p:spPr>
          <a:xfrm>
            <a:off x="765313" y="1825625"/>
            <a:ext cx="10661375" cy="4351338"/>
          </a:xfrm>
          <a:prstGeom prst="rect">
            <a:avLst/>
          </a:prstGeom>
        </p:spPr>
        <p:txBody>
          <a:bodyPr vert="horz" lIns="91440" tIns="45720" rIns="91440" bIns="45720" rtlCol="0">
            <a:noAutofit/>
          </a:bodyPr>
          <a:lstStyle/>
          <a:p>
            <a:pPr lvl="0"/>
            <a:r>
              <a:rPr lang="en-US" noProof="0"/>
              <a:t>Edit body text</a:t>
            </a:r>
          </a:p>
          <a:p>
            <a:pPr lvl="1"/>
            <a:r>
              <a:rPr lang="en-US" noProof="0"/>
              <a:t>Level two</a:t>
            </a:r>
          </a:p>
          <a:p>
            <a:pPr lvl="2"/>
            <a:r>
              <a:rPr lang="en-US" noProof="0"/>
              <a:t>Level three</a:t>
            </a:r>
          </a:p>
          <a:p>
            <a:pPr lvl="3"/>
            <a:r>
              <a:rPr lang="en-US" noProof="0"/>
              <a:t>Level four</a:t>
            </a:r>
          </a:p>
          <a:p>
            <a:pPr lvl="4"/>
            <a:r>
              <a:rPr lang="en-US" noProof="0"/>
              <a:t>Level five</a:t>
            </a:r>
          </a:p>
        </p:txBody>
      </p:sp>
      <p:sp>
        <p:nvSpPr>
          <p:cNvPr id="16" name="Slide Number Placeholder 5">
            <a:extLst>
              <a:ext uri="{FF2B5EF4-FFF2-40B4-BE49-F238E27FC236}">
                <a16:creationId xmlns:a16="http://schemas.microsoft.com/office/drawing/2014/main" id="{978622A8-5A8F-44BC-80C2-D9424853F223}"/>
              </a:ext>
            </a:extLst>
          </p:cNvPr>
          <p:cNvSpPr txBox="1">
            <a:spLocks/>
          </p:cNvSpPr>
          <p:nvPr/>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dirty="0">
              <a:ln>
                <a:noFill/>
              </a:ln>
              <a:solidFill>
                <a:schemeClr val="bg1"/>
              </a:solidFill>
              <a:effectLst/>
              <a:uLnTx/>
              <a:uFillTx/>
              <a:latin typeface="Montserrat" pitchFamily="2" charset="77"/>
              <a:ea typeface="+mn-ea"/>
              <a:cs typeface="Arial"/>
            </a:endParaRPr>
          </a:p>
        </p:txBody>
      </p:sp>
      <p:sp>
        <p:nvSpPr>
          <p:cNvPr id="4" name="TextBox 3">
            <a:extLst>
              <a:ext uri="{FF2B5EF4-FFF2-40B4-BE49-F238E27FC236}">
                <a16:creationId xmlns:a16="http://schemas.microsoft.com/office/drawing/2014/main" id="{24A0E1A0-CDEB-5840-94DC-E67E390301B1}"/>
              </a:ext>
            </a:extLst>
          </p:cNvPr>
          <p:cNvSpPr txBox="1"/>
          <p:nvPr/>
        </p:nvSpPr>
        <p:spPr>
          <a:xfrm>
            <a:off x="-421419" y="-7156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404040"/>
              </a:solidFill>
              <a:effectLst/>
              <a:uLnTx/>
              <a:uFillTx/>
              <a:latin typeface="Arial"/>
              <a:ea typeface="+mn-ea"/>
              <a:cs typeface="+mn-cs"/>
              <a:sym typeface="Trebuchet MS"/>
            </a:endParaRPr>
          </a:p>
        </p:txBody>
      </p:sp>
      <p:sp>
        <p:nvSpPr>
          <p:cNvPr id="9" name="TextBox 3">
            <a:extLst>
              <a:ext uri="{FF2B5EF4-FFF2-40B4-BE49-F238E27FC236}">
                <a16:creationId xmlns:a16="http://schemas.microsoft.com/office/drawing/2014/main" id="{317CF94F-B54D-93D7-A019-1DC0C1700F85}"/>
              </a:ext>
            </a:extLst>
          </p:cNvPr>
          <p:cNvSpPr txBox="1"/>
          <p:nvPr userDrawn="1"/>
        </p:nvSpPr>
        <p:spPr>
          <a:xfrm>
            <a:off x="-421419" y="-7156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404040"/>
              </a:solidFill>
              <a:effectLst/>
              <a:uLnTx/>
              <a:uFillTx/>
              <a:latin typeface="Arial"/>
              <a:ea typeface="+mn-ea"/>
              <a:cs typeface="+mn-cs"/>
              <a:sym typeface="Trebuchet MS"/>
            </a:endParaRPr>
          </a:p>
        </p:txBody>
      </p:sp>
      <p:sp>
        <p:nvSpPr>
          <p:cNvPr id="11" name="Slide Number">
            <a:extLst>
              <a:ext uri="{FF2B5EF4-FFF2-40B4-BE49-F238E27FC236}">
                <a16:creationId xmlns:a16="http://schemas.microsoft.com/office/drawing/2014/main" id="{00708095-BDA4-2A7B-3793-CADFAE631CB2}"/>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mn-lt"/>
                <a:cs typeface="Arial Narrow" panose="020B0604020202020204" pitchFamily="34" charset="0"/>
                <a:sym typeface="Trebuchet MS"/>
              </a:rPr>
              <a:t>© 2025 Concentrix Corp. All rights reserved. Confidential and proprietary.</a:t>
            </a:r>
          </a:p>
        </p:txBody>
      </p:sp>
      <p:sp>
        <p:nvSpPr>
          <p:cNvPr id="8" name="AutoShape 3">
            <a:extLst>
              <a:ext uri="{FF2B5EF4-FFF2-40B4-BE49-F238E27FC236}">
                <a16:creationId xmlns:a16="http://schemas.microsoft.com/office/drawing/2014/main" id="{FD35F3C3-A9AF-BC5D-6606-18B7CE4737AD}"/>
              </a:ext>
            </a:extLst>
          </p:cNvPr>
          <p:cNvSpPr>
            <a:spLocks noChangeAspect="1" noChangeArrowheads="1" noTextEdit="1"/>
          </p:cNvSpPr>
          <p:nvPr userDrawn="1"/>
        </p:nvSpPr>
        <p:spPr bwMode="auto">
          <a:xfrm>
            <a:off x="11639550" y="6562725"/>
            <a:ext cx="430213" cy="2095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7" name="Graphic 46">
            <a:extLst>
              <a:ext uri="{FF2B5EF4-FFF2-40B4-BE49-F238E27FC236}">
                <a16:creationId xmlns:a16="http://schemas.microsoft.com/office/drawing/2014/main" id="{98C232F1-28E5-E7B4-58EF-21C80D3FD881}"/>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58750" y="6494212"/>
            <a:ext cx="1083047" cy="173288"/>
          </a:xfrm>
          <a:prstGeom prst="rect">
            <a:avLst/>
          </a:prstGeom>
        </p:spPr>
      </p:pic>
    </p:spTree>
    <p:extLst>
      <p:ext uri="{BB962C8B-B14F-4D97-AF65-F5344CB8AC3E}">
        <p14:creationId xmlns:p14="http://schemas.microsoft.com/office/powerpoint/2010/main" val="3070088984"/>
      </p:ext>
    </p:extLst>
  </p:cSld>
  <p:clrMap bg1="lt1" tx1="dk1" bg2="lt2" tx2="dk2" accent1="accent1" accent2="accent2" accent3="accent3" accent4="accent4" accent5="accent5" accent6="accent6" hlink="hlink" folHlink="folHlink"/>
  <p:sldLayoutIdLst>
    <p:sldLayoutId id="2147484122" r:id="rId1"/>
    <p:sldLayoutId id="2147484140" r:id="rId2"/>
    <p:sldLayoutId id="2147484123" r:id="rId3"/>
    <p:sldLayoutId id="2147484124" r:id="rId4"/>
    <p:sldLayoutId id="2147484125" r:id="rId5"/>
    <p:sldLayoutId id="2147484137" r:id="rId6"/>
    <p:sldLayoutId id="2147484126" r:id="rId7"/>
    <p:sldLayoutId id="2147484127" r:id="rId8"/>
    <p:sldLayoutId id="2147484141" r:id="rId9"/>
    <p:sldLayoutId id="2147484138" r:id="rId10"/>
    <p:sldLayoutId id="2147484149" r:id="rId11"/>
    <p:sldLayoutId id="2147484142" r:id="rId12"/>
    <p:sldLayoutId id="2147484143" r:id="rId13"/>
    <p:sldLayoutId id="2147484148" r:id="rId14"/>
    <p:sldLayoutId id="2147484145" r:id="rId15"/>
    <p:sldLayoutId id="2147484146" r:id="rId16"/>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kumimoji="0" lang="en-US" sz="3400" b="1" i="0" u="none" strike="noStrike" kern="0" cap="none" spc="0" normalizeH="0" baseline="0" dirty="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p:titleStyle>
    <p:body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1pPr>
      <a:lvl2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2pPr>
      <a:lvl3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3pPr>
      <a:lvl4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4pPr>
      <a:lvl5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5pPr>
      <a:lvl6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6pPr>
      <a:lvl7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7pPr>
      <a:lvl8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8pPr>
      <a:lvl9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9pPr>
    </p:otherStyle>
  </p:txStyles>
  <p:extLst>
    <p:ext uri="{27BBF7A9-308A-43DC-89C8-2F10F3537804}">
      <p15:sldGuideLst xmlns:p15="http://schemas.microsoft.com/office/powerpoint/2012/main">
        <p15:guide id="2" pos="3840">
          <p15:clr>
            <a:srgbClr val="F26B43"/>
          </p15:clr>
        </p15:guide>
        <p15:guide id="3" pos="279">
          <p15:clr>
            <a:srgbClr val="F26B43"/>
          </p15:clr>
        </p15:guide>
        <p15:guide id="4" pos="801">
          <p15:clr>
            <a:srgbClr val="F26B43"/>
          </p15:clr>
        </p15:guide>
        <p15:guide id="5" pos="1401">
          <p15:clr>
            <a:srgbClr val="F26B43"/>
          </p15:clr>
        </p15:guide>
        <p15:guide id="6" pos="2000">
          <p15:clr>
            <a:srgbClr val="F26B43"/>
          </p15:clr>
        </p15:guide>
        <p15:guide id="7" pos="2601">
          <p15:clr>
            <a:srgbClr val="F26B43"/>
          </p15:clr>
        </p15:guide>
        <p15:guide id="8" pos="3199">
          <p15:clr>
            <a:srgbClr val="F26B43"/>
          </p15:clr>
        </p15:guide>
        <p15:guide id="9" pos="3798">
          <p15:clr>
            <a:srgbClr val="F26B43"/>
          </p15:clr>
        </p15:guide>
        <p15:guide id="10" pos="3877">
          <p15:clr>
            <a:srgbClr val="F26B43"/>
          </p15:clr>
        </p15:guide>
        <p15:guide id="11" pos="4401">
          <p15:clr>
            <a:srgbClr val="F26B43"/>
          </p15:clr>
        </p15:guide>
        <p15:guide id="12" pos="4999">
          <p15:clr>
            <a:srgbClr val="F26B43"/>
          </p15:clr>
        </p15:guide>
        <p15:guide id="13" pos="5600">
          <p15:clr>
            <a:srgbClr val="F26B43"/>
          </p15:clr>
        </p15:guide>
        <p15:guide id="14" pos="6199">
          <p15:clr>
            <a:srgbClr val="F26B43"/>
          </p15:clr>
        </p15:guide>
        <p15:guide id="15" pos="6800">
          <p15:clr>
            <a:srgbClr val="F26B43"/>
          </p15:clr>
        </p15:guide>
        <p15:guide id="16" pos="7401">
          <p15:clr>
            <a:srgbClr val="F26B43"/>
          </p15:clr>
        </p15:guide>
        <p15:guide id="17" orient="horz" pos="975">
          <p15:clr>
            <a:srgbClr val="F26B43"/>
          </p15:clr>
        </p15:guide>
        <p15:guide id="18" orient="horz" pos="1415">
          <p15:clr>
            <a:srgbClr val="F26B43"/>
          </p15:clr>
        </p15:guide>
        <p15:guide id="19" orient="horz" pos="1502">
          <p15:clr>
            <a:srgbClr val="F26B43"/>
          </p15:clr>
        </p15:guide>
        <p15:guide id="20" orient="horz" pos="1940">
          <p15:clr>
            <a:srgbClr val="F26B43"/>
          </p15:clr>
        </p15:guide>
        <p15:guide id="21" orient="horz" pos="2024">
          <p15:clr>
            <a:srgbClr val="F26B43"/>
          </p15:clr>
        </p15:guide>
        <p15:guide id="22" orient="horz" pos="2464">
          <p15:clr>
            <a:srgbClr val="F26B43"/>
          </p15:clr>
        </p15:guide>
        <p15:guide id="23" orient="horz" pos="2551">
          <p15:clr>
            <a:srgbClr val="F26B43"/>
          </p15:clr>
        </p15:guide>
        <p15:guide id="24" orient="horz" pos="2992">
          <p15:clr>
            <a:srgbClr val="F26B43"/>
          </p15:clr>
        </p15:guide>
        <p15:guide id="25" orient="horz" pos="3074">
          <p15:clr>
            <a:srgbClr val="F26B43"/>
          </p15:clr>
        </p15:guide>
        <p15:guide id="26" orient="horz" pos="3516">
          <p15:clr>
            <a:srgbClr val="F26B43"/>
          </p15:clr>
        </p15:guide>
        <p15:guide id="27" orient="horz" pos="3598">
          <p15:clr>
            <a:srgbClr val="F26B43"/>
          </p15:clr>
        </p15:guide>
        <p15:guide id="28" orient="horz" pos="4039">
          <p15:clr>
            <a:srgbClr val="F26B43"/>
          </p15:clr>
        </p15:guide>
        <p15:guide id="29" pos="878">
          <p15:clr>
            <a:srgbClr val="F26B43"/>
          </p15:clr>
        </p15:guide>
        <p15:guide id="30" pos="1479">
          <p15:clr>
            <a:srgbClr val="F26B43"/>
          </p15:clr>
        </p15:guide>
        <p15:guide id="31" pos="2080">
          <p15:clr>
            <a:srgbClr val="F26B43"/>
          </p15:clr>
        </p15:guide>
        <p15:guide id="32" pos="2677">
          <p15:clr>
            <a:srgbClr val="F26B43"/>
          </p15:clr>
        </p15:guide>
        <p15:guide id="33" pos="3278">
          <p15:clr>
            <a:srgbClr val="F26B43"/>
          </p15:clr>
        </p15:guide>
        <p15:guide id="34" pos="4480">
          <p15:clr>
            <a:srgbClr val="F26B43"/>
          </p15:clr>
        </p15:guide>
        <p15:guide id="35" pos="5077">
          <p15:clr>
            <a:srgbClr val="F26B43"/>
          </p15:clr>
        </p15:guide>
        <p15:guide id="36" pos="5677">
          <p15:clr>
            <a:srgbClr val="F26B43"/>
          </p15:clr>
        </p15:guide>
        <p15:guide id="37" pos="6279">
          <p15:clr>
            <a:srgbClr val="F26B43"/>
          </p15:clr>
        </p15:guide>
        <p15:guide id="38" pos="687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
      <p:bgPr>
        <a:solidFill>
          <a:schemeClr val="bg1"/>
        </a:solidFill>
        <a:effectLst/>
      </p:bgPr>
    </p:bg>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DE7691D0-6219-E44C-ABD8-D0742BD37D86}"/>
              </a:ext>
            </a:extLst>
          </p:cNvPr>
          <p:cNvSpPr>
            <a:spLocks/>
          </p:cNvSpPr>
          <p:nvPr userDrawn="1"/>
        </p:nvSpPr>
        <p:spPr bwMode="auto">
          <a:xfrm>
            <a:off x="11639550" y="6559550"/>
            <a:ext cx="444501" cy="220663"/>
          </a:xfrm>
          <a:custGeom>
            <a:avLst/>
            <a:gdLst>
              <a:gd name="T0" fmla="*/ 408 w 544"/>
              <a:gd name="T1" fmla="*/ 272 h 272"/>
              <a:gd name="T2" fmla="*/ 408 w 544"/>
              <a:gd name="T3" fmla="*/ 272 h 272"/>
              <a:gd name="T4" fmla="*/ 136 w 544"/>
              <a:gd name="T5" fmla="*/ 272 h 272"/>
              <a:gd name="T6" fmla="*/ 0 w 544"/>
              <a:gd name="T7" fmla="*/ 135 h 272"/>
              <a:gd name="T8" fmla="*/ 0 w 544"/>
              <a:gd name="T9" fmla="*/ 135 h 272"/>
              <a:gd name="T10" fmla="*/ 136 w 544"/>
              <a:gd name="T11" fmla="*/ 0 h 272"/>
              <a:gd name="T12" fmla="*/ 408 w 544"/>
              <a:gd name="T13" fmla="*/ 0 h 272"/>
              <a:gd name="T14" fmla="*/ 544 w 544"/>
              <a:gd name="T15" fmla="*/ 135 h 272"/>
              <a:gd name="T16" fmla="*/ 544 w 544"/>
              <a:gd name="T17" fmla="*/ 135 h 272"/>
              <a:gd name="T18" fmla="*/ 408 w 544"/>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4" h="272">
                <a:moveTo>
                  <a:pt x="408" y="272"/>
                </a:moveTo>
                <a:lnTo>
                  <a:pt x="408" y="272"/>
                </a:lnTo>
                <a:lnTo>
                  <a:pt x="136" y="272"/>
                </a:lnTo>
                <a:cubicBezTo>
                  <a:pt x="60" y="272"/>
                  <a:pt x="0" y="211"/>
                  <a:pt x="0" y="135"/>
                </a:cubicBezTo>
                <a:lnTo>
                  <a:pt x="0" y="135"/>
                </a:lnTo>
                <a:cubicBezTo>
                  <a:pt x="0" y="60"/>
                  <a:pt x="60" y="0"/>
                  <a:pt x="136" y="0"/>
                </a:cubicBezTo>
                <a:lnTo>
                  <a:pt x="408" y="0"/>
                </a:lnTo>
                <a:cubicBezTo>
                  <a:pt x="483" y="0"/>
                  <a:pt x="544" y="60"/>
                  <a:pt x="544" y="135"/>
                </a:cubicBezTo>
                <a:lnTo>
                  <a:pt x="544" y="135"/>
                </a:lnTo>
                <a:cubicBezTo>
                  <a:pt x="544" y="211"/>
                  <a:pt x="483" y="272"/>
                  <a:pt x="408" y="272"/>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0CB51B-C833-91B0-332E-E6F88922848D}"/>
              </a:ext>
            </a:extLst>
          </p:cNvPr>
          <p:cNvSpPr>
            <a:spLocks/>
          </p:cNvSpPr>
          <p:nvPr userDrawn="1"/>
        </p:nvSpPr>
        <p:spPr bwMode="auto">
          <a:xfrm>
            <a:off x="11861800" y="6559550"/>
            <a:ext cx="222250" cy="220663"/>
          </a:xfrm>
          <a:custGeom>
            <a:avLst/>
            <a:gdLst>
              <a:gd name="T0" fmla="*/ 272 w 272"/>
              <a:gd name="T1" fmla="*/ 135 h 272"/>
              <a:gd name="T2" fmla="*/ 272 w 272"/>
              <a:gd name="T3" fmla="*/ 135 h 272"/>
              <a:gd name="T4" fmla="*/ 136 w 272"/>
              <a:gd name="T5" fmla="*/ 272 h 272"/>
              <a:gd name="T6" fmla="*/ 0 w 272"/>
              <a:gd name="T7" fmla="*/ 135 h 272"/>
              <a:gd name="T8" fmla="*/ 136 w 272"/>
              <a:gd name="T9" fmla="*/ 0 h 272"/>
              <a:gd name="T10" fmla="*/ 272 w 272"/>
              <a:gd name="T11" fmla="*/ 135 h 272"/>
            </a:gdLst>
            <a:ahLst/>
            <a:cxnLst>
              <a:cxn ang="0">
                <a:pos x="T0" y="T1"/>
              </a:cxn>
              <a:cxn ang="0">
                <a:pos x="T2" y="T3"/>
              </a:cxn>
              <a:cxn ang="0">
                <a:pos x="T4" y="T5"/>
              </a:cxn>
              <a:cxn ang="0">
                <a:pos x="T6" y="T7"/>
              </a:cxn>
              <a:cxn ang="0">
                <a:pos x="T8" y="T9"/>
              </a:cxn>
              <a:cxn ang="0">
                <a:pos x="T10" y="T11"/>
              </a:cxn>
            </a:cxnLst>
            <a:rect l="0" t="0" r="r" b="b"/>
            <a:pathLst>
              <a:path w="272" h="272">
                <a:moveTo>
                  <a:pt x="272" y="135"/>
                </a:moveTo>
                <a:lnTo>
                  <a:pt x="272" y="135"/>
                </a:lnTo>
                <a:cubicBezTo>
                  <a:pt x="272" y="211"/>
                  <a:pt x="211" y="272"/>
                  <a:pt x="136" y="272"/>
                </a:cubicBezTo>
                <a:cubicBezTo>
                  <a:pt x="60" y="272"/>
                  <a:pt x="0" y="211"/>
                  <a:pt x="0" y="135"/>
                </a:cubicBezTo>
                <a:cubicBezTo>
                  <a:pt x="0" y="60"/>
                  <a:pt x="60" y="0"/>
                  <a:pt x="136" y="0"/>
                </a:cubicBezTo>
                <a:cubicBezTo>
                  <a:pt x="211" y="0"/>
                  <a:pt x="272" y="60"/>
                  <a:pt x="272" y="135"/>
                </a:cubicBezTo>
                <a:close/>
              </a:path>
            </a:pathLst>
          </a:custGeom>
          <a:solidFill>
            <a:srgbClr val="003D5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Title Text"/>
          <p:cNvSpPr txBox="1">
            <a:spLocks noGrp="1"/>
          </p:cNvSpPr>
          <p:nvPr>
            <p:ph type="title"/>
          </p:nvPr>
        </p:nvSpPr>
        <p:spPr>
          <a:xfrm>
            <a:off x="765313" y="183398"/>
            <a:ext cx="10661375" cy="9620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40" tIns="45720" rIns="91440" bIns="0" anchor="b">
            <a:noAutofit/>
          </a:bodyPr>
          <a:lstStyle/>
          <a:p>
            <a:r>
              <a:rPr lang="en-US" noProof="0"/>
              <a:t>Title text</a:t>
            </a:r>
          </a:p>
        </p:txBody>
      </p:sp>
      <p:sp>
        <p:nvSpPr>
          <p:cNvPr id="2" name="Text Placeholder 1">
            <a:extLst>
              <a:ext uri="{FF2B5EF4-FFF2-40B4-BE49-F238E27FC236}">
                <a16:creationId xmlns:a16="http://schemas.microsoft.com/office/drawing/2014/main" id="{F9D22436-7202-4C54-A1C5-AA6CC9F43C96}"/>
              </a:ext>
            </a:extLst>
          </p:cNvPr>
          <p:cNvSpPr>
            <a:spLocks noGrp="1"/>
          </p:cNvSpPr>
          <p:nvPr>
            <p:ph type="body" idx="1"/>
          </p:nvPr>
        </p:nvSpPr>
        <p:spPr>
          <a:xfrm>
            <a:off x="765313" y="1825625"/>
            <a:ext cx="10661375" cy="4351338"/>
          </a:xfrm>
          <a:prstGeom prst="rect">
            <a:avLst/>
          </a:prstGeom>
        </p:spPr>
        <p:txBody>
          <a:bodyPr vert="horz" lIns="91440" tIns="45720" rIns="91440" bIns="45720" rtlCol="0">
            <a:noAutofit/>
          </a:bodyPr>
          <a:lstStyle/>
          <a:p>
            <a:pPr lvl="0"/>
            <a:r>
              <a:rPr lang="en-US" noProof="0"/>
              <a:t>Edit body text</a:t>
            </a:r>
          </a:p>
          <a:p>
            <a:pPr lvl="1"/>
            <a:r>
              <a:rPr lang="en-US" noProof="0"/>
              <a:t>Level two</a:t>
            </a:r>
          </a:p>
          <a:p>
            <a:pPr lvl="2"/>
            <a:r>
              <a:rPr lang="en-US" noProof="0"/>
              <a:t>Level three</a:t>
            </a:r>
          </a:p>
          <a:p>
            <a:pPr lvl="3"/>
            <a:r>
              <a:rPr lang="en-US" noProof="0"/>
              <a:t>Level four</a:t>
            </a:r>
          </a:p>
          <a:p>
            <a:pPr lvl="4"/>
            <a:r>
              <a:rPr lang="en-US" noProof="0"/>
              <a:t>Level five</a:t>
            </a:r>
          </a:p>
        </p:txBody>
      </p:sp>
      <p:sp>
        <p:nvSpPr>
          <p:cNvPr id="16" name="Slide Number Placeholder 5">
            <a:extLst>
              <a:ext uri="{FF2B5EF4-FFF2-40B4-BE49-F238E27FC236}">
                <a16:creationId xmlns:a16="http://schemas.microsoft.com/office/drawing/2014/main" id="{978622A8-5A8F-44BC-80C2-D9424853F223}"/>
              </a:ext>
            </a:extLst>
          </p:cNvPr>
          <p:cNvSpPr txBox="1">
            <a:spLocks/>
          </p:cNvSpPr>
          <p:nvPr/>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chemeClr val="bg1"/>
              </a:solidFill>
              <a:effectLst/>
              <a:uLnTx/>
              <a:uFillTx/>
              <a:latin typeface="Montserrat" pitchFamily="2" charset="77"/>
              <a:ea typeface="+mn-ea"/>
              <a:cs typeface="Arial"/>
            </a:endParaRPr>
          </a:p>
        </p:txBody>
      </p:sp>
      <p:sp>
        <p:nvSpPr>
          <p:cNvPr id="4" name="TextBox 3">
            <a:extLst>
              <a:ext uri="{FF2B5EF4-FFF2-40B4-BE49-F238E27FC236}">
                <a16:creationId xmlns:a16="http://schemas.microsoft.com/office/drawing/2014/main" id="{24A0E1A0-CDEB-5840-94DC-E67E390301B1}"/>
              </a:ext>
            </a:extLst>
          </p:cNvPr>
          <p:cNvSpPr txBox="1"/>
          <p:nvPr/>
        </p:nvSpPr>
        <p:spPr>
          <a:xfrm>
            <a:off x="-421419" y="-7156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404040"/>
              </a:solidFill>
              <a:effectLst/>
              <a:uLnTx/>
              <a:uFillTx/>
              <a:latin typeface="Arial"/>
              <a:ea typeface="+mn-ea"/>
              <a:cs typeface="+mn-cs"/>
              <a:sym typeface="Trebuchet MS"/>
            </a:endParaRPr>
          </a:p>
        </p:txBody>
      </p:sp>
      <p:sp>
        <p:nvSpPr>
          <p:cNvPr id="9" name="TextBox 3">
            <a:extLst>
              <a:ext uri="{FF2B5EF4-FFF2-40B4-BE49-F238E27FC236}">
                <a16:creationId xmlns:a16="http://schemas.microsoft.com/office/drawing/2014/main" id="{317CF94F-B54D-93D7-A019-1DC0C1700F85}"/>
              </a:ext>
            </a:extLst>
          </p:cNvPr>
          <p:cNvSpPr txBox="1"/>
          <p:nvPr userDrawn="1"/>
        </p:nvSpPr>
        <p:spPr>
          <a:xfrm>
            <a:off x="-421419" y="-7156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404040"/>
              </a:solidFill>
              <a:effectLst/>
              <a:uLnTx/>
              <a:uFillTx/>
              <a:latin typeface="Arial"/>
              <a:ea typeface="+mn-ea"/>
              <a:cs typeface="+mn-cs"/>
              <a:sym typeface="Trebuchet MS"/>
            </a:endParaRPr>
          </a:p>
        </p:txBody>
      </p:sp>
      <p:sp>
        <p:nvSpPr>
          <p:cNvPr id="11" name="Slide Number">
            <a:extLst>
              <a:ext uri="{FF2B5EF4-FFF2-40B4-BE49-F238E27FC236}">
                <a16:creationId xmlns:a16="http://schemas.microsoft.com/office/drawing/2014/main" id="{00708095-BDA4-2A7B-3793-CADFAE631CB2}"/>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mn-lt"/>
                <a:cs typeface="Arial Narrow" panose="020B0604020202020204" pitchFamily="34" charset="0"/>
                <a:sym typeface="Trebuchet MS"/>
              </a:rPr>
              <a:t>© 2025 Concentrix Corp. All rights reserved. Confidential and proprietary.</a:t>
            </a:r>
          </a:p>
        </p:txBody>
      </p:sp>
      <p:sp>
        <p:nvSpPr>
          <p:cNvPr id="8" name="AutoShape 3">
            <a:extLst>
              <a:ext uri="{FF2B5EF4-FFF2-40B4-BE49-F238E27FC236}">
                <a16:creationId xmlns:a16="http://schemas.microsoft.com/office/drawing/2014/main" id="{FD35F3C3-A9AF-BC5D-6606-18B7CE4737AD}"/>
              </a:ext>
            </a:extLst>
          </p:cNvPr>
          <p:cNvSpPr>
            <a:spLocks noChangeAspect="1" noChangeArrowheads="1" noTextEdit="1"/>
          </p:cNvSpPr>
          <p:nvPr userDrawn="1"/>
        </p:nvSpPr>
        <p:spPr bwMode="auto">
          <a:xfrm>
            <a:off x="11639550" y="6562725"/>
            <a:ext cx="430213" cy="2095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7" name="Graphic 46">
            <a:extLst>
              <a:ext uri="{FF2B5EF4-FFF2-40B4-BE49-F238E27FC236}">
                <a16:creationId xmlns:a16="http://schemas.microsoft.com/office/drawing/2014/main" id="{98C232F1-28E5-E7B4-58EF-21C80D3FD881}"/>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58750" y="6494212"/>
            <a:ext cx="1083047" cy="173288"/>
          </a:xfrm>
          <a:prstGeom prst="rect">
            <a:avLst/>
          </a:prstGeom>
        </p:spPr>
      </p:pic>
    </p:spTree>
    <p:extLst>
      <p:ext uri="{BB962C8B-B14F-4D97-AF65-F5344CB8AC3E}">
        <p14:creationId xmlns:p14="http://schemas.microsoft.com/office/powerpoint/2010/main" val="1122837525"/>
      </p:ext>
    </p:extLst>
  </p:cSld>
  <p:clrMap bg1="lt1" tx1="dk1" bg2="lt2" tx2="dk2" accent1="accent1" accent2="accent2" accent3="accent3" accent4="accent4" accent5="accent5" accent6="accent6" hlink="hlink" folHlink="folHlink"/>
  <p:sldLayoutIdLst>
    <p:sldLayoutId id="2147484151" r:id="rId1"/>
    <p:sldLayoutId id="2147484152" r:id="rId2"/>
    <p:sldLayoutId id="2147484153" r:id="rId3"/>
    <p:sldLayoutId id="2147484154" r:id="rId4"/>
    <p:sldLayoutId id="2147484155" r:id="rId5"/>
    <p:sldLayoutId id="2147484156" r:id="rId6"/>
    <p:sldLayoutId id="2147484157" r:id="rId7"/>
    <p:sldLayoutId id="2147484158" r:id="rId8"/>
    <p:sldLayoutId id="2147484159" r:id="rId9"/>
    <p:sldLayoutId id="2147484160" r:id="rId10"/>
    <p:sldLayoutId id="2147484161" r:id="rId11"/>
    <p:sldLayoutId id="2147484162" r:id="rId12"/>
    <p:sldLayoutId id="2147484163" r:id="rId13"/>
    <p:sldLayoutId id="2147484164" r:id="rId14"/>
    <p:sldLayoutId id="2147484165" r:id="rId15"/>
    <p:sldLayoutId id="2147484166" r:id="rId16"/>
    <p:sldLayoutId id="2147484167" r:id="rId17"/>
    <p:sldLayoutId id="2147484168" r:id="rId18"/>
    <p:sldLayoutId id="2147484171" r:id="rId19"/>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kumimoji="0" lang="en-US" sz="3400" b="1" i="0" u="none" strike="noStrike" kern="0" cap="none" spc="0" normalizeH="0" baseline="0" dirty="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p:titleStyle>
    <p:body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1pPr>
      <a:lvl2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2pPr>
      <a:lvl3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3pPr>
      <a:lvl4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4pPr>
      <a:lvl5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5pPr>
      <a:lvl6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6pPr>
      <a:lvl7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7pPr>
      <a:lvl8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8pPr>
      <a:lvl9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9pPr>
    </p:otherStyle>
  </p:txStyles>
  <p:extLst>
    <p:ext uri="{27BBF7A9-308A-43DC-89C8-2F10F3537804}">
      <p15:sldGuideLst xmlns:p15="http://schemas.microsoft.com/office/powerpoint/2012/main">
        <p15:guide id="2" pos="3840">
          <p15:clr>
            <a:srgbClr val="F26B43"/>
          </p15:clr>
        </p15:guide>
        <p15:guide id="3" pos="279">
          <p15:clr>
            <a:srgbClr val="F26B43"/>
          </p15:clr>
        </p15:guide>
        <p15:guide id="4" pos="801">
          <p15:clr>
            <a:srgbClr val="F26B43"/>
          </p15:clr>
        </p15:guide>
        <p15:guide id="5" pos="1401">
          <p15:clr>
            <a:srgbClr val="F26B43"/>
          </p15:clr>
        </p15:guide>
        <p15:guide id="6" pos="2000">
          <p15:clr>
            <a:srgbClr val="F26B43"/>
          </p15:clr>
        </p15:guide>
        <p15:guide id="7" pos="2601">
          <p15:clr>
            <a:srgbClr val="F26B43"/>
          </p15:clr>
        </p15:guide>
        <p15:guide id="8" pos="3199">
          <p15:clr>
            <a:srgbClr val="F26B43"/>
          </p15:clr>
        </p15:guide>
        <p15:guide id="9" pos="3798">
          <p15:clr>
            <a:srgbClr val="F26B43"/>
          </p15:clr>
        </p15:guide>
        <p15:guide id="10" pos="3877">
          <p15:clr>
            <a:srgbClr val="F26B43"/>
          </p15:clr>
        </p15:guide>
        <p15:guide id="11" pos="4401">
          <p15:clr>
            <a:srgbClr val="F26B43"/>
          </p15:clr>
        </p15:guide>
        <p15:guide id="12" pos="4999">
          <p15:clr>
            <a:srgbClr val="F26B43"/>
          </p15:clr>
        </p15:guide>
        <p15:guide id="13" pos="5600">
          <p15:clr>
            <a:srgbClr val="F26B43"/>
          </p15:clr>
        </p15:guide>
        <p15:guide id="14" pos="6199">
          <p15:clr>
            <a:srgbClr val="F26B43"/>
          </p15:clr>
        </p15:guide>
        <p15:guide id="15" pos="6800">
          <p15:clr>
            <a:srgbClr val="F26B43"/>
          </p15:clr>
        </p15:guide>
        <p15:guide id="16" pos="7401">
          <p15:clr>
            <a:srgbClr val="F26B43"/>
          </p15:clr>
        </p15:guide>
        <p15:guide id="17" orient="horz" pos="975">
          <p15:clr>
            <a:srgbClr val="F26B43"/>
          </p15:clr>
        </p15:guide>
        <p15:guide id="18" orient="horz" pos="1415">
          <p15:clr>
            <a:srgbClr val="F26B43"/>
          </p15:clr>
        </p15:guide>
        <p15:guide id="19" orient="horz" pos="1502">
          <p15:clr>
            <a:srgbClr val="F26B43"/>
          </p15:clr>
        </p15:guide>
        <p15:guide id="20" orient="horz" pos="1940">
          <p15:clr>
            <a:srgbClr val="F26B43"/>
          </p15:clr>
        </p15:guide>
        <p15:guide id="21" orient="horz" pos="2024">
          <p15:clr>
            <a:srgbClr val="F26B43"/>
          </p15:clr>
        </p15:guide>
        <p15:guide id="22" orient="horz" pos="2464">
          <p15:clr>
            <a:srgbClr val="F26B43"/>
          </p15:clr>
        </p15:guide>
        <p15:guide id="23" orient="horz" pos="2551">
          <p15:clr>
            <a:srgbClr val="F26B43"/>
          </p15:clr>
        </p15:guide>
        <p15:guide id="24" orient="horz" pos="2992">
          <p15:clr>
            <a:srgbClr val="F26B43"/>
          </p15:clr>
        </p15:guide>
        <p15:guide id="25" orient="horz" pos="3074">
          <p15:clr>
            <a:srgbClr val="F26B43"/>
          </p15:clr>
        </p15:guide>
        <p15:guide id="26" orient="horz" pos="3516">
          <p15:clr>
            <a:srgbClr val="F26B43"/>
          </p15:clr>
        </p15:guide>
        <p15:guide id="27" orient="horz" pos="3598">
          <p15:clr>
            <a:srgbClr val="F26B43"/>
          </p15:clr>
        </p15:guide>
        <p15:guide id="28" orient="horz" pos="4039">
          <p15:clr>
            <a:srgbClr val="F26B43"/>
          </p15:clr>
        </p15:guide>
        <p15:guide id="29" pos="878">
          <p15:clr>
            <a:srgbClr val="F26B43"/>
          </p15:clr>
        </p15:guide>
        <p15:guide id="30" pos="1479">
          <p15:clr>
            <a:srgbClr val="F26B43"/>
          </p15:clr>
        </p15:guide>
        <p15:guide id="31" pos="2080">
          <p15:clr>
            <a:srgbClr val="F26B43"/>
          </p15:clr>
        </p15:guide>
        <p15:guide id="32" pos="2677">
          <p15:clr>
            <a:srgbClr val="F26B43"/>
          </p15:clr>
        </p15:guide>
        <p15:guide id="33" pos="3278">
          <p15:clr>
            <a:srgbClr val="F26B43"/>
          </p15:clr>
        </p15:guide>
        <p15:guide id="34" pos="4480">
          <p15:clr>
            <a:srgbClr val="F26B43"/>
          </p15:clr>
        </p15:guide>
        <p15:guide id="35" pos="5077">
          <p15:clr>
            <a:srgbClr val="F26B43"/>
          </p15:clr>
        </p15:guide>
        <p15:guide id="36" pos="5677">
          <p15:clr>
            <a:srgbClr val="F26B43"/>
          </p15:clr>
        </p15:guide>
        <p15:guide id="37" pos="6279">
          <p15:clr>
            <a:srgbClr val="F26B43"/>
          </p15:clr>
        </p15:guide>
        <p15:guide id="38" pos="68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211521"/>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
      <p:bgPr>
        <a:solidFill>
          <a:schemeClr val="bg1"/>
        </a:solidFill>
        <a:effectLst/>
      </p:bgPr>
    </p:bg>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DE7691D0-6219-E44C-ABD8-D0742BD37D86}"/>
              </a:ext>
            </a:extLst>
          </p:cNvPr>
          <p:cNvSpPr>
            <a:spLocks/>
          </p:cNvSpPr>
          <p:nvPr userDrawn="1"/>
        </p:nvSpPr>
        <p:spPr bwMode="auto">
          <a:xfrm>
            <a:off x="11639550" y="6559550"/>
            <a:ext cx="444501" cy="220663"/>
          </a:xfrm>
          <a:custGeom>
            <a:avLst/>
            <a:gdLst>
              <a:gd name="T0" fmla="*/ 408 w 544"/>
              <a:gd name="T1" fmla="*/ 272 h 272"/>
              <a:gd name="T2" fmla="*/ 408 w 544"/>
              <a:gd name="T3" fmla="*/ 272 h 272"/>
              <a:gd name="T4" fmla="*/ 136 w 544"/>
              <a:gd name="T5" fmla="*/ 272 h 272"/>
              <a:gd name="T6" fmla="*/ 0 w 544"/>
              <a:gd name="T7" fmla="*/ 135 h 272"/>
              <a:gd name="T8" fmla="*/ 0 w 544"/>
              <a:gd name="T9" fmla="*/ 135 h 272"/>
              <a:gd name="T10" fmla="*/ 136 w 544"/>
              <a:gd name="T11" fmla="*/ 0 h 272"/>
              <a:gd name="T12" fmla="*/ 408 w 544"/>
              <a:gd name="T13" fmla="*/ 0 h 272"/>
              <a:gd name="T14" fmla="*/ 544 w 544"/>
              <a:gd name="T15" fmla="*/ 135 h 272"/>
              <a:gd name="T16" fmla="*/ 544 w 544"/>
              <a:gd name="T17" fmla="*/ 135 h 272"/>
              <a:gd name="T18" fmla="*/ 408 w 544"/>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4" h="272">
                <a:moveTo>
                  <a:pt x="408" y="272"/>
                </a:moveTo>
                <a:lnTo>
                  <a:pt x="408" y="272"/>
                </a:lnTo>
                <a:lnTo>
                  <a:pt x="136" y="272"/>
                </a:lnTo>
                <a:cubicBezTo>
                  <a:pt x="60" y="272"/>
                  <a:pt x="0" y="211"/>
                  <a:pt x="0" y="135"/>
                </a:cubicBezTo>
                <a:lnTo>
                  <a:pt x="0" y="135"/>
                </a:lnTo>
                <a:cubicBezTo>
                  <a:pt x="0" y="60"/>
                  <a:pt x="60" y="0"/>
                  <a:pt x="136" y="0"/>
                </a:cubicBezTo>
                <a:lnTo>
                  <a:pt x="408" y="0"/>
                </a:lnTo>
                <a:cubicBezTo>
                  <a:pt x="483" y="0"/>
                  <a:pt x="544" y="60"/>
                  <a:pt x="544" y="135"/>
                </a:cubicBezTo>
                <a:lnTo>
                  <a:pt x="544" y="135"/>
                </a:lnTo>
                <a:cubicBezTo>
                  <a:pt x="544" y="211"/>
                  <a:pt x="483" y="272"/>
                  <a:pt x="408" y="272"/>
                </a:cubicBezTo>
                <a:close/>
              </a:path>
            </a:pathLst>
          </a:custGeom>
          <a:solidFill>
            <a:srgbClr val="25E2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0CB51B-C833-91B0-332E-E6F88922848D}"/>
              </a:ext>
            </a:extLst>
          </p:cNvPr>
          <p:cNvSpPr>
            <a:spLocks/>
          </p:cNvSpPr>
          <p:nvPr userDrawn="1"/>
        </p:nvSpPr>
        <p:spPr bwMode="auto">
          <a:xfrm>
            <a:off x="11861800" y="6559550"/>
            <a:ext cx="222250" cy="220663"/>
          </a:xfrm>
          <a:custGeom>
            <a:avLst/>
            <a:gdLst>
              <a:gd name="T0" fmla="*/ 272 w 272"/>
              <a:gd name="T1" fmla="*/ 135 h 272"/>
              <a:gd name="T2" fmla="*/ 272 w 272"/>
              <a:gd name="T3" fmla="*/ 135 h 272"/>
              <a:gd name="T4" fmla="*/ 136 w 272"/>
              <a:gd name="T5" fmla="*/ 272 h 272"/>
              <a:gd name="T6" fmla="*/ 0 w 272"/>
              <a:gd name="T7" fmla="*/ 135 h 272"/>
              <a:gd name="T8" fmla="*/ 136 w 272"/>
              <a:gd name="T9" fmla="*/ 0 h 272"/>
              <a:gd name="T10" fmla="*/ 272 w 272"/>
              <a:gd name="T11" fmla="*/ 135 h 272"/>
            </a:gdLst>
            <a:ahLst/>
            <a:cxnLst>
              <a:cxn ang="0">
                <a:pos x="T0" y="T1"/>
              </a:cxn>
              <a:cxn ang="0">
                <a:pos x="T2" y="T3"/>
              </a:cxn>
              <a:cxn ang="0">
                <a:pos x="T4" y="T5"/>
              </a:cxn>
              <a:cxn ang="0">
                <a:pos x="T6" y="T7"/>
              </a:cxn>
              <a:cxn ang="0">
                <a:pos x="T8" y="T9"/>
              </a:cxn>
              <a:cxn ang="0">
                <a:pos x="T10" y="T11"/>
              </a:cxn>
            </a:cxnLst>
            <a:rect l="0" t="0" r="r" b="b"/>
            <a:pathLst>
              <a:path w="272" h="272">
                <a:moveTo>
                  <a:pt x="272" y="135"/>
                </a:moveTo>
                <a:lnTo>
                  <a:pt x="272" y="135"/>
                </a:lnTo>
                <a:cubicBezTo>
                  <a:pt x="272" y="211"/>
                  <a:pt x="211" y="272"/>
                  <a:pt x="136" y="272"/>
                </a:cubicBezTo>
                <a:cubicBezTo>
                  <a:pt x="60" y="272"/>
                  <a:pt x="0" y="211"/>
                  <a:pt x="0" y="135"/>
                </a:cubicBezTo>
                <a:cubicBezTo>
                  <a:pt x="0" y="60"/>
                  <a:pt x="60" y="0"/>
                  <a:pt x="136" y="0"/>
                </a:cubicBezTo>
                <a:cubicBezTo>
                  <a:pt x="211" y="0"/>
                  <a:pt x="272" y="60"/>
                  <a:pt x="272" y="135"/>
                </a:cubicBezTo>
                <a:close/>
              </a:path>
            </a:pathLst>
          </a:custGeom>
          <a:solidFill>
            <a:srgbClr val="003D5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Title Text"/>
          <p:cNvSpPr txBox="1">
            <a:spLocks noGrp="1"/>
          </p:cNvSpPr>
          <p:nvPr>
            <p:ph type="title"/>
          </p:nvPr>
        </p:nvSpPr>
        <p:spPr>
          <a:xfrm>
            <a:off x="442913" y="183398"/>
            <a:ext cx="10983775" cy="96200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91440" tIns="45720" rIns="91440" bIns="0" anchor="b">
            <a:noAutofit/>
          </a:bodyPr>
          <a:lstStyle/>
          <a:p>
            <a:r>
              <a:rPr lang="en-US" noProof="0"/>
              <a:t>Title text</a:t>
            </a:r>
          </a:p>
        </p:txBody>
      </p:sp>
      <p:sp>
        <p:nvSpPr>
          <p:cNvPr id="2" name="Text Placeholder 1">
            <a:extLst>
              <a:ext uri="{FF2B5EF4-FFF2-40B4-BE49-F238E27FC236}">
                <a16:creationId xmlns:a16="http://schemas.microsoft.com/office/drawing/2014/main" id="{F9D22436-7202-4C54-A1C5-AA6CC9F43C96}"/>
              </a:ext>
            </a:extLst>
          </p:cNvPr>
          <p:cNvSpPr>
            <a:spLocks noGrp="1"/>
          </p:cNvSpPr>
          <p:nvPr>
            <p:ph type="body" idx="1"/>
          </p:nvPr>
        </p:nvSpPr>
        <p:spPr>
          <a:xfrm>
            <a:off x="442913" y="1825625"/>
            <a:ext cx="10983775" cy="4351338"/>
          </a:xfrm>
          <a:prstGeom prst="rect">
            <a:avLst/>
          </a:prstGeom>
        </p:spPr>
        <p:txBody>
          <a:bodyPr vert="horz" lIns="91440" tIns="45720" rIns="91440" bIns="45720" rtlCol="0">
            <a:noAutofit/>
          </a:bodyPr>
          <a:lstStyle/>
          <a:p>
            <a:pPr lvl="0"/>
            <a:r>
              <a:rPr lang="en-US" noProof="0"/>
              <a:t>Edit body text</a:t>
            </a:r>
          </a:p>
          <a:p>
            <a:pPr lvl="1"/>
            <a:r>
              <a:rPr lang="en-US" noProof="0"/>
              <a:t>Level two</a:t>
            </a:r>
          </a:p>
          <a:p>
            <a:pPr lvl="2"/>
            <a:r>
              <a:rPr lang="en-US" noProof="0"/>
              <a:t>Level three</a:t>
            </a:r>
          </a:p>
          <a:p>
            <a:pPr lvl="3"/>
            <a:r>
              <a:rPr lang="en-US" noProof="0"/>
              <a:t>Level four</a:t>
            </a:r>
          </a:p>
          <a:p>
            <a:pPr lvl="4"/>
            <a:r>
              <a:rPr lang="en-US" noProof="0"/>
              <a:t>Level five</a:t>
            </a:r>
          </a:p>
        </p:txBody>
      </p:sp>
      <p:sp>
        <p:nvSpPr>
          <p:cNvPr id="16" name="Slide Number Placeholder 5">
            <a:extLst>
              <a:ext uri="{FF2B5EF4-FFF2-40B4-BE49-F238E27FC236}">
                <a16:creationId xmlns:a16="http://schemas.microsoft.com/office/drawing/2014/main" id="{978622A8-5A8F-44BC-80C2-D9424853F223}"/>
              </a:ext>
            </a:extLst>
          </p:cNvPr>
          <p:cNvSpPr txBox="1">
            <a:spLocks/>
          </p:cNvSpPr>
          <p:nvPr/>
        </p:nvSpPr>
        <p:spPr>
          <a:xfrm>
            <a:off x="11816523" y="6506309"/>
            <a:ext cx="312751" cy="322409"/>
          </a:xfrm>
          <a:prstGeom prst="rect">
            <a:avLst/>
          </a:prstGeom>
        </p:spPr>
        <p:txBody>
          <a:bodyPr vert="horz" wrap="none" lIns="0" tIns="45720" rIns="0" bIns="45720" rtlCol="0" anchor="ctr"/>
          <a:lstStyle>
            <a:defPPr>
              <a:defRPr lang="en-US"/>
            </a:defPPr>
            <a:lvl1pPr marL="0" algn="r" defTabSz="457200" rtl="0" eaLnBrk="1" latinLnBrk="0" hangingPunct="1">
              <a:defRPr sz="120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3BD7E6B6-3BE8-6740-A2E6-24E25A9C980B}" type="slidenum">
              <a:rPr kumimoji="0" lang="en-US" sz="700" b="0" i="0" u="none" strike="noStrike" kern="1200" cap="none" spc="0" normalizeH="0" baseline="0" noProof="0" smtClean="0">
                <a:ln>
                  <a:noFill/>
                </a:ln>
                <a:solidFill>
                  <a:schemeClr val="bg1"/>
                </a:solidFill>
                <a:effectLst/>
                <a:uLnTx/>
                <a:uFillTx/>
                <a:latin typeface="Montserrat" pitchFamily="2" charset="77"/>
                <a:ea typeface="+mn-ea"/>
                <a:cs typeface="Arial"/>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dirty="0">
              <a:ln>
                <a:noFill/>
              </a:ln>
              <a:solidFill>
                <a:schemeClr val="bg1"/>
              </a:solidFill>
              <a:effectLst/>
              <a:uLnTx/>
              <a:uFillTx/>
              <a:latin typeface="Montserrat" pitchFamily="2" charset="77"/>
              <a:ea typeface="+mn-ea"/>
              <a:cs typeface="Arial"/>
            </a:endParaRPr>
          </a:p>
        </p:txBody>
      </p:sp>
      <p:sp>
        <p:nvSpPr>
          <p:cNvPr id="4" name="TextBox 3">
            <a:extLst>
              <a:ext uri="{FF2B5EF4-FFF2-40B4-BE49-F238E27FC236}">
                <a16:creationId xmlns:a16="http://schemas.microsoft.com/office/drawing/2014/main" id="{24A0E1A0-CDEB-5840-94DC-E67E390301B1}"/>
              </a:ext>
            </a:extLst>
          </p:cNvPr>
          <p:cNvSpPr txBox="1"/>
          <p:nvPr/>
        </p:nvSpPr>
        <p:spPr>
          <a:xfrm>
            <a:off x="-421419" y="-7156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404040"/>
              </a:solidFill>
              <a:effectLst/>
              <a:uLnTx/>
              <a:uFillTx/>
              <a:latin typeface="Arial"/>
              <a:ea typeface="+mn-ea"/>
              <a:cs typeface="+mn-cs"/>
              <a:sym typeface="Trebuchet MS"/>
            </a:endParaRPr>
          </a:p>
        </p:txBody>
      </p:sp>
      <p:sp>
        <p:nvSpPr>
          <p:cNvPr id="9" name="TextBox 3">
            <a:extLst>
              <a:ext uri="{FF2B5EF4-FFF2-40B4-BE49-F238E27FC236}">
                <a16:creationId xmlns:a16="http://schemas.microsoft.com/office/drawing/2014/main" id="{317CF94F-B54D-93D7-A019-1DC0C1700F85}"/>
              </a:ext>
            </a:extLst>
          </p:cNvPr>
          <p:cNvSpPr txBox="1"/>
          <p:nvPr userDrawn="1"/>
        </p:nvSpPr>
        <p:spPr>
          <a:xfrm>
            <a:off x="-421419" y="-7156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404040"/>
              </a:solidFill>
              <a:effectLst/>
              <a:uLnTx/>
              <a:uFillTx/>
              <a:latin typeface="Arial"/>
              <a:ea typeface="+mn-ea"/>
              <a:cs typeface="+mn-cs"/>
              <a:sym typeface="Trebuchet MS"/>
            </a:endParaRPr>
          </a:p>
        </p:txBody>
      </p:sp>
      <p:sp>
        <p:nvSpPr>
          <p:cNvPr id="11" name="Slide Number">
            <a:extLst>
              <a:ext uri="{FF2B5EF4-FFF2-40B4-BE49-F238E27FC236}">
                <a16:creationId xmlns:a16="http://schemas.microsoft.com/office/drawing/2014/main" id="{00708095-BDA4-2A7B-3793-CADFAE631CB2}"/>
              </a:ext>
            </a:extLst>
          </p:cNvPr>
          <p:cNvSpPr txBox="1">
            <a:spLocks/>
          </p:cNvSpPr>
          <p:nvPr userDrawn="1"/>
        </p:nvSpPr>
        <p:spPr>
          <a:xfrm>
            <a:off x="8182506" y="6574575"/>
            <a:ext cx="339823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mn-lt"/>
                <a:cs typeface="Arial Narrow" panose="020B0604020202020204" pitchFamily="34" charset="0"/>
                <a:sym typeface="Trebuchet MS"/>
              </a:rPr>
              <a:t>© 2025 Concentrix Corp. All rights reserved. Confidential and proprietary.</a:t>
            </a:r>
          </a:p>
        </p:txBody>
      </p:sp>
      <p:sp>
        <p:nvSpPr>
          <p:cNvPr id="8" name="AutoShape 3">
            <a:extLst>
              <a:ext uri="{FF2B5EF4-FFF2-40B4-BE49-F238E27FC236}">
                <a16:creationId xmlns:a16="http://schemas.microsoft.com/office/drawing/2014/main" id="{FD35F3C3-A9AF-BC5D-6606-18B7CE4737AD}"/>
              </a:ext>
            </a:extLst>
          </p:cNvPr>
          <p:cNvSpPr>
            <a:spLocks noChangeAspect="1" noChangeArrowheads="1" noTextEdit="1"/>
          </p:cNvSpPr>
          <p:nvPr userDrawn="1"/>
        </p:nvSpPr>
        <p:spPr bwMode="auto">
          <a:xfrm>
            <a:off x="11639550" y="6562725"/>
            <a:ext cx="430213" cy="2095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Graphic 4">
            <a:extLst>
              <a:ext uri="{FF2B5EF4-FFF2-40B4-BE49-F238E27FC236}">
                <a16:creationId xmlns:a16="http://schemas.microsoft.com/office/drawing/2014/main" id="{D6F5F3AF-2A72-94BF-E55E-EFD0860F681C}"/>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58750" y="6494212"/>
            <a:ext cx="1083047" cy="173288"/>
          </a:xfrm>
          <a:prstGeom prst="rect">
            <a:avLst/>
          </a:prstGeom>
        </p:spPr>
      </p:pic>
    </p:spTree>
    <p:extLst>
      <p:ext uri="{BB962C8B-B14F-4D97-AF65-F5344CB8AC3E}">
        <p14:creationId xmlns:p14="http://schemas.microsoft.com/office/powerpoint/2010/main" val="64929645"/>
      </p:ext>
    </p:extLst>
  </p:cSld>
  <p:clrMap bg1="lt1" tx1="dk1" bg2="lt2" tx2="dk2" accent1="accent1" accent2="accent2" accent3="accent3" accent4="accent4" accent5="accent5" accent6="accent6" hlink="hlink" folHlink="folHlink"/>
  <p:sldLayoutIdLst>
    <p:sldLayoutId id="2147484173" r:id="rId1"/>
    <p:sldLayoutId id="2147484174" r:id="rId2"/>
    <p:sldLayoutId id="2147484175" r:id="rId3"/>
    <p:sldLayoutId id="2147484176" r:id="rId4"/>
    <p:sldLayoutId id="2147484177" r:id="rId5"/>
    <p:sldLayoutId id="2147484178" r:id="rId6"/>
    <p:sldLayoutId id="2147484179" r:id="rId7"/>
    <p:sldLayoutId id="2147484180" r:id="rId8"/>
    <p:sldLayoutId id="2147484181" r:id="rId9"/>
    <p:sldLayoutId id="2147484182" r:id="rId10"/>
    <p:sldLayoutId id="2147484183" r:id="rId11"/>
    <p:sldLayoutId id="2147484184" r:id="rId12"/>
    <p:sldLayoutId id="2147484185" r:id="rId13"/>
    <p:sldLayoutId id="2147484186" r:id="rId14"/>
    <p:sldLayoutId id="2147484187" r:id="rId15"/>
    <p:sldLayoutId id="2147484188" r:id="rId16"/>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kumimoji="0" lang="en-US" sz="3400" b="1" i="0" u="none" strike="noStrike" kern="0" cap="none" spc="0" normalizeH="0" baseline="0" dirty="0">
          <a:ln>
            <a:noFill/>
          </a:ln>
          <a:solidFill>
            <a:schemeClr val="tx2"/>
          </a:solidFill>
          <a:effectLst/>
          <a:uLnTx/>
          <a:uFillTx/>
          <a:latin typeface="Montserrat ExtraBold" pitchFamily="2" charset="77"/>
          <a:ea typeface="Montserrat ExtraBold" pitchFamily="2" charset="77"/>
          <a:cs typeface="Montserrat ExtraBold" pitchFamily="2" charset="77"/>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p:titleStyle>
    <p:body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1pPr>
      <a:lvl2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2pPr>
      <a:lvl3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3pPr>
      <a:lvl4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4pPr>
      <a:lvl5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5pPr>
      <a:lvl6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6pPr>
      <a:lvl7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7pPr>
      <a:lvl8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8pPr>
      <a:lvl9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Trebuchet MS"/>
        </a:defRPr>
      </a:lvl9pPr>
    </p:otherStyle>
  </p:txStyles>
  <p:extLst>
    <p:ext uri="{27BBF7A9-308A-43DC-89C8-2F10F3537804}">
      <p15:sldGuideLst xmlns:p15="http://schemas.microsoft.com/office/powerpoint/2012/main">
        <p15:guide id="2" pos="3840">
          <p15:clr>
            <a:srgbClr val="F26B43"/>
          </p15:clr>
        </p15:guide>
        <p15:guide id="3" pos="279">
          <p15:clr>
            <a:srgbClr val="F26B43"/>
          </p15:clr>
        </p15:guide>
        <p15:guide id="4" pos="801">
          <p15:clr>
            <a:srgbClr val="F26B43"/>
          </p15:clr>
        </p15:guide>
        <p15:guide id="5" pos="1401">
          <p15:clr>
            <a:srgbClr val="F26B43"/>
          </p15:clr>
        </p15:guide>
        <p15:guide id="6" pos="2000">
          <p15:clr>
            <a:srgbClr val="F26B43"/>
          </p15:clr>
        </p15:guide>
        <p15:guide id="7" pos="2601">
          <p15:clr>
            <a:srgbClr val="F26B43"/>
          </p15:clr>
        </p15:guide>
        <p15:guide id="8" pos="3199">
          <p15:clr>
            <a:srgbClr val="F26B43"/>
          </p15:clr>
        </p15:guide>
        <p15:guide id="9" pos="3798">
          <p15:clr>
            <a:srgbClr val="F26B43"/>
          </p15:clr>
        </p15:guide>
        <p15:guide id="10" pos="3877">
          <p15:clr>
            <a:srgbClr val="F26B43"/>
          </p15:clr>
        </p15:guide>
        <p15:guide id="11" pos="4401">
          <p15:clr>
            <a:srgbClr val="F26B43"/>
          </p15:clr>
        </p15:guide>
        <p15:guide id="12" pos="4999">
          <p15:clr>
            <a:srgbClr val="F26B43"/>
          </p15:clr>
        </p15:guide>
        <p15:guide id="13" pos="5600">
          <p15:clr>
            <a:srgbClr val="F26B43"/>
          </p15:clr>
        </p15:guide>
        <p15:guide id="14" pos="6199">
          <p15:clr>
            <a:srgbClr val="F26B43"/>
          </p15:clr>
        </p15:guide>
        <p15:guide id="15" pos="6800">
          <p15:clr>
            <a:srgbClr val="F26B43"/>
          </p15:clr>
        </p15:guide>
        <p15:guide id="16" pos="7401">
          <p15:clr>
            <a:srgbClr val="F26B43"/>
          </p15:clr>
        </p15:guide>
        <p15:guide id="17" orient="horz" pos="975">
          <p15:clr>
            <a:srgbClr val="F26B43"/>
          </p15:clr>
        </p15:guide>
        <p15:guide id="18" orient="horz" pos="1415">
          <p15:clr>
            <a:srgbClr val="F26B43"/>
          </p15:clr>
        </p15:guide>
        <p15:guide id="19" orient="horz" pos="1502">
          <p15:clr>
            <a:srgbClr val="F26B43"/>
          </p15:clr>
        </p15:guide>
        <p15:guide id="20" orient="horz" pos="1940">
          <p15:clr>
            <a:srgbClr val="F26B43"/>
          </p15:clr>
        </p15:guide>
        <p15:guide id="21" orient="horz" pos="2024">
          <p15:clr>
            <a:srgbClr val="F26B43"/>
          </p15:clr>
        </p15:guide>
        <p15:guide id="22" orient="horz" pos="2464">
          <p15:clr>
            <a:srgbClr val="F26B43"/>
          </p15:clr>
        </p15:guide>
        <p15:guide id="23" orient="horz" pos="2551">
          <p15:clr>
            <a:srgbClr val="F26B43"/>
          </p15:clr>
        </p15:guide>
        <p15:guide id="24" orient="horz" pos="2992">
          <p15:clr>
            <a:srgbClr val="F26B43"/>
          </p15:clr>
        </p15:guide>
        <p15:guide id="25" orient="horz" pos="3074">
          <p15:clr>
            <a:srgbClr val="F26B43"/>
          </p15:clr>
        </p15:guide>
        <p15:guide id="26" orient="horz" pos="3516">
          <p15:clr>
            <a:srgbClr val="F26B43"/>
          </p15:clr>
        </p15:guide>
        <p15:guide id="27" orient="horz" pos="3598">
          <p15:clr>
            <a:srgbClr val="F26B43"/>
          </p15:clr>
        </p15:guide>
        <p15:guide id="28" orient="horz" pos="4039">
          <p15:clr>
            <a:srgbClr val="F26B43"/>
          </p15:clr>
        </p15:guide>
        <p15:guide id="29" pos="878">
          <p15:clr>
            <a:srgbClr val="F26B43"/>
          </p15:clr>
        </p15:guide>
        <p15:guide id="30" pos="1479">
          <p15:clr>
            <a:srgbClr val="F26B43"/>
          </p15:clr>
        </p15:guide>
        <p15:guide id="31" pos="2080">
          <p15:clr>
            <a:srgbClr val="F26B43"/>
          </p15:clr>
        </p15:guide>
        <p15:guide id="32" pos="2677">
          <p15:clr>
            <a:srgbClr val="F26B43"/>
          </p15:clr>
        </p15:guide>
        <p15:guide id="33" pos="3278">
          <p15:clr>
            <a:srgbClr val="F26B43"/>
          </p15:clr>
        </p15:guide>
        <p15:guide id="34" pos="4480">
          <p15:clr>
            <a:srgbClr val="F26B43"/>
          </p15:clr>
        </p15:guide>
        <p15:guide id="35" pos="5077">
          <p15:clr>
            <a:srgbClr val="F26B43"/>
          </p15:clr>
        </p15:guide>
        <p15:guide id="36" pos="5677">
          <p15:clr>
            <a:srgbClr val="F26B43"/>
          </p15:clr>
        </p15:guide>
        <p15:guide id="37" pos="6279">
          <p15:clr>
            <a:srgbClr val="F26B43"/>
          </p15:clr>
        </p15:guide>
        <p15:guide id="38" pos="68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35.xml"/><Relationship Id="rId1" Type="http://schemas.openxmlformats.org/officeDocument/2006/relationships/tags" Target="../tags/tag1.xml"/><Relationship Id="rId5" Type="http://schemas.openxmlformats.org/officeDocument/2006/relationships/image" Target="../media/image14.pn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emf"/><Relationship Id="rId2" Type="http://schemas.openxmlformats.org/officeDocument/2006/relationships/notesSlide" Target="../notesSlides/notesSlide1.xml"/><Relationship Id="rId1" Type="http://schemas.openxmlformats.org/officeDocument/2006/relationships/slideLayout" Target="../slideLayouts/slideLayout44.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emf"/><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emf"/><Relationship Id="rId4" Type="http://schemas.openxmlformats.org/officeDocument/2006/relationships/image" Target="../media/image21.emf"/><Relationship Id="rId9" Type="http://schemas.openxmlformats.org/officeDocument/2006/relationships/image" Target="../media/image26.emf"/></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5.jpeg"/><Relationship Id="rId7" Type="http://schemas.openxmlformats.org/officeDocument/2006/relationships/image" Target="../media/image19.emf"/><Relationship Id="rId2" Type="http://schemas.openxmlformats.org/officeDocument/2006/relationships/notesSlide" Target="../notesSlides/notesSlide3.xml"/><Relationship Id="rId1" Type="http://schemas.openxmlformats.org/officeDocument/2006/relationships/slideLayout" Target="../slideLayouts/slideLayout44.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png"/><Relationship Id="rId9"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303306A-69C1-7530-C69F-04CFFDFDD2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0392E8-E461-6F97-0DD8-661B0DF7681F}"/>
              </a:ext>
            </a:extLst>
          </p:cNvPr>
          <p:cNvSpPr/>
          <p:nvPr/>
        </p:nvSpPr>
        <p:spPr>
          <a:xfrm rot="10800000">
            <a:off x="6936825" y="362169"/>
            <a:ext cx="5255174" cy="2110258"/>
          </a:xfrm>
          <a:prstGeom prst="rect">
            <a:avLst/>
          </a:prstGeom>
          <a:solidFill>
            <a:srgbClr val="0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625519" rtl="0" eaLnBrk="1" fontAlgn="base" latinLnBrk="0" hangingPunct="1">
              <a:lnSpc>
                <a:spcPct val="100000"/>
              </a:lnSpc>
              <a:spcBef>
                <a:spcPct val="0"/>
              </a:spcBef>
              <a:spcAft>
                <a:spcPct val="0"/>
              </a:spcAft>
              <a:buClrTx/>
              <a:buSzTx/>
              <a:buFontTx/>
              <a:buNone/>
              <a:tabLst/>
              <a:defRPr/>
            </a:pPr>
            <a:endParaRPr kumimoji="0" lang="en-GB"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14" name="Title 1">
            <a:extLst>
              <a:ext uri="{FF2B5EF4-FFF2-40B4-BE49-F238E27FC236}">
                <a16:creationId xmlns:a16="http://schemas.microsoft.com/office/drawing/2014/main" id="{C768C08C-8B11-FEC7-C41E-9B7B286B02DA}"/>
              </a:ext>
            </a:extLst>
          </p:cNvPr>
          <p:cNvSpPr txBox="1">
            <a:spLocks/>
          </p:cNvSpPr>
          <p:nvPr/>
        </p:nvSpPr>
        <p:spPr>
          <a:xfrm>
            <a:off x="7203643" y="457035"/>
            <a:ext cx="4368247" cy="1920526"/>
          </a:xfrm>
          <a:prstGeom prst="rect">
            <a:avLst/>
          </a:prstGeom>
        </p:spPr>
        <p:txBody>
          <a:bodyPr wrap="square">
            <a:spAutoFit/>
          </a:bodyPr>
          <a:lstStyle>
            <a:lvl1pPr marL="0" marR="0" indent="0" algn="ctr" defTabSz="914400" rtl="0" eaLnBrk="1" latinLnBrk="0" hangingPunct="1">
              <a:lnSpc>
                <a:spcPct val="90000"/>
              </a:lnSpc>
              <a:spcBef>
                <a:spcPts val="0"/>
              </a:spcBef>
              <a:spcAft>
                <a:spcPts val="0"/>
              </a:spcAft>
              <a:buClrTx/>
              <a:buSzTx/>
              <a:buFontTx/>
              <a:buNone/>
              <a:tabLst/>
              <a:defRPr kumimoji="0" lang="en-US" sz="4800" b="0" i="0" u="none" strike="noStrike" kern="0" cap="none" spc="0" normalizeH="0" baseline="0">
                <a:ln>
                  <a:noFill/>
                </a:ln>
                <a:solidFill>
                  <a:srgbClr val="003D5B"/>
                </a:solidFill>
                <a:effectLst/>
                <a:uLnTx/>
                <a:uFillTx/>
                <a:latin typeface="Montserrat Bold" pitchFamily="2" charset="0"/>
                <a:ea typeface="Trebuchet MS"/>
                <a:cs typeface="Trebuchet MS"/>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ES" sz="4400" b="0" i="0" u="none" strike="noStrike" kern="0" cap="none" spc="0" normalizeH="0" baseline="0" noProof="0" dirty="0" err="1">
                <a:ln>
                  <a:noFill/>
                </a:ln>
                <a:solidFill>
                  <a:srgbClr val="7CEEE0"/>
                </a:solidFill>
                <a:effectLst/>
                <a:uLnTx/>
                <a:uFillTx/>
                <a:latin typeface="Montserrat ExtraBold"/>
                <a:sym typeface="Trebuchet MS"/>
              </a:rPr>
              <a:t>Mastering</a:t>
            </a:r>
            <a:r>
              <a:rPr kumimoji="0" lang="es-ES" sz="4400" b="0" i="0" u="none" strike="noStrike" kern="0" cap="none" spc="0" normalizeH="0" baseline="0" noProof="0" dirty="0">
                <a:ln>
                  <a:noFill/>
                </a:ln>
                <a:solidFill>
                  <a:srgbClr val="7CEEE0"/>
                </a:solidFill>
                <a:effectLst/>
                <a:uLnTx/>
                <a:uFillTx/>
                <a:latin typeface="Montserrat ExtraBold"/>
                <a:sym typeface="Trebuchet MS"/>
              </a:rPr>
              <a:t> </a:t>
            </a:r>
            <a:r>
              <a:rPr kumimoji="0" lang="es-ES" sz="4400" b="0" i="0" u="none" strike="noStrike" kern="0" cap="none" spc="0" normalizeH="0" baseline="0" noProof="0" dirty="0" err="1">
                <a:ln>
                  <a:noFill/>
                </a:ln>
                <a:solidFill>
                  <a:srgbClr val="7CEEE0"/>
                </a:solidFill>
                <a:effectLst/>
                <a:uLnTx/>
                <a:uFillTx/>
                <a:latin typeface="Montserrat ExtraBold"/>
                <a:sym typeface="Trebuchet MS"/>
              </a:rPr>
              <a:t>the</a:t>
            </a:r>
            <a:r>
              <a:rPr kumimoji="0" lang="es-ES" sz="4400" b="0" i="0" u="none" strike="noStrike" kern="0" cap="none" spc="0" normalizeH="0" baseline="0" noProof="0" dirty="0">
                <a:ln>
                  <a:noFill/>
                </a:ln>
                <a:solidFill>
                  <a:srgbClr val="7CEEE0"/>
                </a:solidFill>
                <a:effectLst/>
                <a:uLnTx/>
                <a:uFillTx/>
                <a:latin typeface="Montserrat ExtraBold"/>
                <a:sym typeface="Trebuchet MS"/>
              </a:rPr>
              <a:t>      </a:t>
            </a:r>
            <a:r>
              <a:rPr kumimoji="0" lang="es-ES" sz="4400" b="0" i="0" u="none" strike="noStrike" kern="0" cap="none" spc="0" normalizeH="0" baseline="0" noProof="0" dirty="0" err="1">
                <a:ln>
                  <a:noFill/>
                </a:ln>
                <a:solidFill>
                  <a:srgbClr val="7CEEE0"/>
                </a:solidFill>
                <a:effectLst/>
                <a:uLnTx/>
                <a:uFillTx/>
                <a:latin typeface="Montserrat ExtraBold"/>
                <a:sym typeface="Trebuchet MS"/>
              </a:rPr>
              <a:t>Intelligent</a:t>
            </a:r>
            <a:r>
              <a:rPr kumimoji="0" lang="es-ES" sz="4400" b="0" i="0" u="none" strike="noStrike" kern="0" cap="none" spc="0" normalizeH="0" baseline="0" noProof="0" dirty="0">
                <a:ln>
                  <a:noFill/>
                </a:ln>
                <a:solidFill>
                  <a:srgbClr val="7CEEE0"/>
                </a:solidFill>
                <a:effectLst/>
                <a:uLnTx/>
                <a:uFillTx/>
                <a:latin typeface="Montserrat ExtraBold"/>
                <a:sym typeface="Trebuchet MS"/>
              </a:rPr>
              <a:t> Enterprise</a:t>
            </a:r>
          </a:p>
        </p:txBody>
      </p:sp>
      <p:sp>
        <p:nvSpPr>
          <p:cNvPr id="5" name="AutoShape 4" descr="Concentrix White Logo PNG Vector">
            <a:extLst>
              <a:ext uri="{FF2B5EF4-FFF2-40B4-BE49-F238E27FC236}">
                <a16:creationId xmlns:a16="http://schemas.microsoft.com/office/drawing/2014/main" id="{46F1C154-87D7-59DA-DB73-E647DAF285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A2B2C"/>
              </a:solidFill>
              <a:effectLst/>
              <a:uLnTx/>
              <a:uFillTx/>
              <a:latin typeface="Montserrat"/>
              <a:ea typeface="+mn-ea"/>
              <a:cs typeface="+mn-cs"/>
            </a:endParaRPr>
          </a:p>
        </p:txBody>
      </p:sp>
      <p:pic>
        <p:nvPicPr>
          <p:cNvPr id="8" name="Picture 7">
            <a:extLst>
              <a:ext uri="{FF2B5EF4-FFF2-40B4-BE49-F238E27FC236}">
                <a16:creationId xmlns:a16="http://schemas.microsoft.com/office/drawing/2014/main" id="{2CD21202-9FEF-13F8-2C0E-3A5EE694C28B}"/>
              </a:ext>
            </a:extLst>
          </p:cNvPr>
          <p:cNvPicPr>
            <a:picLocks noChangeAspect="1"/>
          </p:cNvPicPr>
          <p:nvPr/>
        </p:nvPicPr>
        <p:blipFill>
          <a:blip r:embed="rId4"/>
          <a:stretch>
            <a:fillRect/>
          </a:stretch>
        </p:blipFill>
        <p:spPr>
          <a:xfrm>
            <a:off x="567499" y="5893334"/>
            <a:ext cx="2642508" cy="420624"/>
          </a:xfrm>
          <a:prstGeom prst="rect">
            <a:avLst/>
          </a:prstGeom>
        </p:spPr>
      </p:pic>
      <p:pic>
        <p:nvPicPr>
          <p:cNvPr id="2" name="Picture 1">
            <a:extLst>
              <a:ext uri="{FF2B5EF4-FFF2-40B4-BE49-F238E27FC236}">
                <a16:creationId xmlns:a16="http://schemas.microsoft.com/office/drawing/2014/main" id="{8D0A2D07-F52E-E0E9-BFF6-2D24FEAE78D0}"/>
              </a:ext>
            </a:extLst>
          </p:cNvPr>
          <p:cNvPicPr>
            <a:picLocks noChangeAspect="1"/>
          </p:cNvPicPr>
          <p:nvPr/>
        </p:nvPicPr>
        <p:blipFill>
          <a:blip r:embed="rId5"/>
          <a:stretch>
            <a:fillRect/>
          </a:stretch>
        </p:blipFill>
        <p:spPr>
          <a:xfrm>
            <a:off x="343770" y="340374"/>
            <a:ext cx="1523130" cy="906626"/>
          </a:xfrm>
          <a:prstGeom prst="rect">
            <a:avLst/>
          </a:prstGeom>
        </p:spPr>
      </p:pic>
    </p:spTree>
    <p:custDataLst>
      <p:tags r:id="rId1"/>
    </p:custDataLst>
    <p:extLst>
      <p:ext uri="{BB962C8B-B14F-4D97-AF65-F5344CB8AC3E}">
        <p14:creationId xmlns:p14="http://schemas.microsoft.com/office/powerpoint/2010/main" val="103674330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302B9-0E22-E07A-AC5C-FF632433DEA2}"/>
            </a:ext>
          </a:extLst>
        </p:cNvPr>
        <p:cNvGrpSpPr/>
        <p:nvPr/>
      </p:nvGrpSpPr>
      <p:grpSpPr>
        <a:xfrm>
          <a:off x="0" y="0"/>
          <a:ext cx="0" cy="0"/>
          <a:chOff x="0" y="0"/>
          <a:chExt cx="0" cy="0"/>
        </a:xfrm>
      </p:grpSpPr>
      <p:pic>
        <p:nvPicPr>
          <p:cNvPr id="13" name="Grafik 1">
            <a:extLst>
              <a:ext uri="{FF2B5EF4-FFF2-40B4-BE49-F238E27FC236}">
                <a16:creationId xmlns:a16="http://schemas.microsoft.com/office/drawing/2014/main" id="{F5CFB3A4-A022-115A-DC9D-2F6B9074E83B}"/>
              </a:ext>
            </a:extLst>
          </p:cNvPr>
          <p:cNvPicPr>
            <a:picLocks noChangeAspect="1"/>
          </p:cNvPicPr>
          <p:nvPr/>
        </p:nvPicPr>
        <p:blipFill>
          <a:blip r:embed="rId3" cstate="print">
            <a:extLst>
              <a:ext uri="{28A0092B-C50C-407E-A947-70E740481C1C}">
                <a14:useLocalDpi xmlns:a14="http://schemas.microsoft.com/office/drawing/2010/main" val="0"/>
              </a:ext>
            </a:extLst>
          </a:blip>
          <a:srcRect t="3318" b="3318"/>
          <a:stretch/>
        </p:blipFill>
        <p:spPr>
          <a:xfrm rot="10800000" flipV="1">
            <a:off x="0" y="0"/>
            <a:ext cx="12192000" cy="6409558"/>
          </a:xfrm>
          <a:prstGeom prst="rect">
            <a:avLst/>
          </a:prstGeom>
        </p:spPr>
      </p:pic>
      <p:sp>
        <p:nvSpPr>
          <p:cNvPr id="20" name="Abgerundetes Rechteck 19">
            <a:extLst>
              <a:ext uri="{FF2B5EF4-FFF2-40B4-BE49-F238E27FC236}">
                <a16:creationId xmlns:a16="http://schemas.microsoft.com/office/drawing/2014/main" id="{204ADB7E-2E53-0A53-AA79-C6868168C48B}"/>
              </a:ext>
            </a:extLst>
          </p:cNvPr>
          <p:cNvSpPr/>
          <p:nvPr/>
        </p:nvSpPr>
        <p:spPr>
          <a:xfrm>
            <a:off x="8059738" y="2832867"/>
            <a:ext cx="3674918" cy="2885725"/>
          </a:xfrm>
          <a:prstGeom prst="roundRect">
            <a:avLst>
              <a:gd name="adj" fmla="val 8054"/>
            </a:avLst>
          </a:prstGeom>
          <a:solidFill>
            <a:schemeClr val="bg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19" name="Abgerundetes Rechteck 18">
            <a:extLst>
              <a:ext uri="{FF2B5EF4-FFF2-40B4-BE49-F238E27FC236}">
                <a16:creationId xmlns:a16="http://schemas.microsoft.com/office/drawing/2014/main" id="{A156910F-9803-1C49-873C-59311EFF4E65}"/>
              </a:ext>
            </a:extLst>
          </p:cNvPr>
          <p:cNvSpPr/>
          <p:nvPr/>
        </p:nvSpPr>
        <p:spPr>
          <a:xfrm>
            <a:off x="4260995" y="2832867"/>
            <a:ext cx="3674918" cy="2885725"/>
          </a:xfrm>
          <a:prstGeom prst="roundRect">
            <a:avLst>
              <a:gd name="adj" fmla="val 8054"/>
            </a:avLst>
          </a:prstGeom>
          <a:solidFill>
            <a:schemeClr val="bg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17" name="Abgerundetes Rechteck 16">
            <a:extLst>
              <a:ext uri="{FF2B5EF4-FFF2-40B4-BE49-F238E27FC236}">
                <a16:creationId xmlns:a16="http://schemas.microsoft.com/office/drawing/2014/main" id="{2BF425B0-2188-380C-8691-A5D65E4B05D8}"/>
              </a:ext>
            </a:extLst>
          </p:cNvPr>
          <p:cNvSpPr/>
          <p:nvPr/>
        </p:nvSpPr>
        <p:spPr>
          <a:xfrm>
            <a:off x="442911" y="2832867"/>
            <a:ext cx="3674918" cy="2885725"/>
          </a:xfrm>
          <a:prstGeom prst="roundRect">
            <a:avLst>
              <a:gd name="adj" fmla="val 8054"/>
            </a:avLst>
          </a:prstGeom>
          <a:solidFill>
            <a:schemeClr val="bg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5" name="TextBox 4">
            <a:extLst>
              <a:ext uri="{FF2B5EF4-FFF2-40B4-BE49-F238E27FC236}">
                <a16:creationId xmlns:a16="http://schemas.microsoft.com/office/drawing/2014/main" id="{84FD823E-E1F6-95B1-AFA1-263850E3BBCB}"/>
              </a:ext>
            </a:extLst>
          </p:cNvPr>
          <p:cNvSpPr txBox="1"/>
          <p:nvPr/>
        </p:nvSpPr>
        <p:spPr>
          <a:xfrm>
            <a:off x="-1010093" y="3848986"/>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sym typeface="Trebuchet MS"/>
            </a:endParaRPr>
          </a:p>
        </p:txBody>
      </p:sp>
      <p:sp>
        <p:nvSpPr>
          <p:cNvPr id="3" name="TextBox 2">
            <a:extLst>
              <a:ext uri="{FF2B5EF4-FFF2-40B4-BE49-F238E27FC236}">
                <a16:creationId xmlns:a16="http://schemas.microsoft.com/office/drawing/2014/main" id="{5028FD34-5366-1B4B-5E5D-E6EB868B8F32}"/>
              </a:ext>
            </a:extLst>
          </p:cNvPr>
          <p:cNvSpPr txBox="1"/>
          <p:nvPr/>
        </p:nvSpPr>
        <p:spPr>
          <a:xfrm>
            <a:off x="-1565564" y="375458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sym typeface="Trebuchet MS"/>
            </a:endParaRPr>
          </a:p>
        </p:txBody>
      </p:sp>
      <p:pic>
        <p:nvPicPr>
          <p:cNvPr id="26" name="Grafik 25" descr="Ein Bild, das Mond, Astronomisches Objekt, Astronomisches Ereignis, Kreis enthält.&#10;&#10;KI-generierte Inhalte können fehlerhaft sein.">
            <a:extLst>
              <a:ext uri="{FF2B5EF4-FFF2-40B4-BE49-F238E27FC236}">
                <a16:creationId xmlns:a16="http://schemas.microsoft.com/office/drawing/2014/main" id="{6F120977-57E9-7ED5-9D31-029D548893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6766" y="1810250"/>
            <a:ext cx="2045234" cy="2045234"/>
          </a:xfrm>
          <a:prstGeom prst="rect">
            <a:avLst/>
          </a:prstGeom>
        </p:spPr>
      </p:pic>
      <p:pic>
        <p:nvPicPr>
          <p:cNvPr id="27" name="Grafik 26" descr="Ein Bild, das Mond, Astronomisches Objekt, Astronomisches Ereignis, Kreis enthält.&#10;&#10;KI-generierte Inhalte können fehlerhaft sein.">
            <a:extLst>
              <a:ext uri="{FF2B5EF4-FFF2-40B4-BE49-F238E27FC236}">
                <a16:creationId xmlns:a16="http://schemas.microsoft.com/office/drawing/2014/main" id="{FA53D6EA-AE8D-F360-7EAB-A9CA339BDA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5621" y="1810250"/>
            <a:ext cx="2045234" cy="2045234"/>
          </a:xfrm>
          <a:prstGeom prst="rect">
            <a:avLst/>
          </a:prstGeom>
        </p:spPr>
      </p:pic>
      <p:pic>
        <p:nvPicPr>
          <p:cNvPr id="28" name="Grafik 27" descr="Ein Bild, das Mond, Astronomisches Objekt, Astronomisches Ereignis, Kreis enthält.&#10;&#10;KI-generierte Inhalte können fehlerhaft sein.">
            <a:extLst>
              <a:ext uri="{FF2B5EF4-FFF2-40B4-BE49-F238E27FC236}">
                <a16:creationId xmlns:a16="http://schemas.microsoft.com/office/drawing/2014/main" id="{731B656C-302D-34BD-A6EC-2DE65B12545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66715" y="1810250"/>
            <a:ext cx="2045234" cy="2045234"/>
          </a:xfrm>
          <a:prstGeom prst="rect">
            <a:avLst/>
          </a:prstGeom>
        </p:spPr>
      </p:pic>
      <p:pic>
        <p:nvPicPr>
          <p:cNvPr id="6" name="Picture 5">
            <a:extLst>
              <a:ext uri="{FF2B5EF4-FFF2-40B4-BE49-F238E27FC236}">
                <a16:creationId xmlns:a16="http://schemas.microsoft.com/office/drawing/2014/main" id="{69D25A4B-34BB-100A-87D1-ED4A1C6A9D77}"/>
              </a:ext>
            </a:extLst>
          </p:cNvPr>
          <p:cNvPicPr>
            <a:picLocks noChangeAspect="1"/>
          </p:cNvPicPr>
          <p:nvPr/>
        </p:nvPicPr>
        <p:blipFill>
          <a:blip r:embed="rId5"/>
          <a:stretch>
            <a:fillRect/>
          </a:stretch>
        </p:blipFill>
        <p:spPr>
          <a:xfrm>
            <a:off x="1917211" y="2441018"/>
            <a:ext cx="724344" cy="679831"/>
          </a:xfrm>
          <a:prstGeom prst="rect">
            <a:avLst/>
          </a:prstGeom>
        </p:spPr>
      </p:pic>
      <p:pic>
        <p:nvPicPr>
          <p:cNvPr id="7" name="Picture 6">
            <a:extLst>
              <a:ext uri="{FF2B5EF4-FFF2-40B4-BE49-F238E27FC236}">
                <a16:creationId xmlns:a16="http://schemas.microsoft.com/office/drawing/2014/main" id="{7855A8DD-DD16-9995-45B8-F85108B5AD6E}"/>
              </a:ext>
            </a:extLst>
          </p:cNvPr>
          <p:cNvPicPr>
            <a:picLocks noChangeAspect="1"/>
          </p:cNvPicPr>
          <p:nvPr/>
        </p:nvPicPr>
        <p:blipFill>
          <a:blip r:embed="rId6"/>
          <a:stretch>
            <a:fillRect/>
          </a:stretch>
        </p:blipFill>
        <p:spPr>
          <a:xfrm>
            <a:off x="5756559" y="2506049"/>
            <a:ext cx="696017" cy="615085"/>
          </a:xfrm>
          <a:prstGeom prst="rect">
            <a:avLst/>
          </a:prstGeom>
        </p:spPr>
      </p:pic>
      <p:pic>
        <p:nvPicPr>
          <p:cNvPr id="8" name="Picture 7">
            <a:extLst>
              <a:ext uri="{FF2B5EF4-FFF2-40B4-BE49-F238E27FC236}">
                <a16:creationId xmlns:a16="http://schemas.microsoft.com/office/drawing/2014/main" id="{3B12CAC0-3A22-0621-914E-786FA4077A4B}"/>
              </a:ext>
            </a:extLst>
          </p:cNvPr>
          <p:cNvPicPr>
            <a:picLocks noChangeAspect="1"/>
          </p:cNvPicPr>
          <p:nvPr/>
        </p:nvPicPr>
        <p:blipFill>
          <a:blip r:embed="rId7"/>
          <a:stretch>
            <a:fillRect/>
          </a:stretch>
        </p:blipFill>
        <p:spPr>
          <a:xfrm>
            <a:off x="9588992" y="2512324"/>
            <a:ext cx="619132" cy="679831"/>
          </a:xfrm>
          <a:prstGeom prst="rect">
            <a:avLst/>
          </a:prstGeom>
        </p:spPr>
      </p:pic>
      <p:sp>
        <p:nvSpPr>
          <p:cNvPr id="12" name="Text Placeholder 1">
            <a:extLst>
              <a:ext uri="{FF2B5EF4-FFF2-40B4-BE49-F238E27FC236}">
                <a16:creationId xmlns:a16="http://schemas.microsoft.com/office/drawing/2014/main" id="{9C92330C-DD68-D371-2A93-724940A8AF14}"/>
              </a:ext>
            </a:extLst>
          </p:cNvPr>
          <p:cNvSpPr txBox="1">
            <a:spLocks/>
          </p:cNvSpPr>
          <p:nvPr/>
        </p:nvSpPr>
        <p:spPr>
          <a:xfrm>
            <a:off x="576697" y="3528191"/>
            <a:ext cx="3422505" cy="3329809"/>
          </a:xfrm>
          <a:prstGeom prst="rect">
            <a:avLst/>
          </a:prstGeom>
        </p:spPr>
        <p:txBody>
          <a:bodyPr vert="horz" lIns="91440" tIns="45720" rIns="91440" bIns="45720" rtlCol="0" anchor="t">
            <a:noAutofit/>
          </a:bodyPr>
          <a:lst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tab pos="0" algn="l"/>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15900" algn="l" defTabSz="228600" rtl="0" eaLnBrk="1" latinLnBrk="0" hangingPunct="1">
              <a:lnSpc>
                <a:spcPct val="90000"/>
              </a:lnSpc>
              <a:spcBef>
                <a:spcPts val="800"/>
              </a:spcBef>
              <a:spcAft>
                <a:spcPts val="0"/>
              </a:spcAft>
              <a:buClrTx/>
              <a:buSzPct val="100000"/>
              <a:buFont typeface="Arial"/>
              <a:buNone/>
              <a:tabLst>
                <a:tab pos="0" algn="l"/>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800" b="1" i="0" u="none" strike="noStrike" kern="0" cap="none" spc="0" normalizeH="0" baseline="0" noProof="0">
                <a:ln>
                  <a:noFill/>
                </a:ln>
                <a:solidFill>
                  <a:srgbClr val="003D5A"/>
                </a:solidFill>
                <a:effectLst/>
                <a:uLnTx/>
                <a:uFillTx/>
                <a:latin typeface="Montserrat" pitchFamily="2" charset="77"/>
                <a:sym typeface="Trebuchet MS"/>
              </a:rPr>
              <a:t>Employees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600" b="1" i="0" u="none" strike="noStrike" kern="0" cap="none" spc="0" normalizeH="0" baseline="0" noProof="0">
                <a:ln>
                  <a:noFill/>
                </a:ln>
                <a:solidFill>
                  <a:srgbClr val="003D5A"/>
                </a:solidFill>
                <a:effectLst/>
                <a:uLnTx/>
                <a:uFillTx/>
                <a:latin typeface="Montserrat SemiBold" pitchFamily="2" charset="77"/>
                <a:sym typeface="Trebuchet MS"/>
              </a:rPr>
              <a:t>From Knowledge Worker </a:t>
            </a:r>
            <a:br>
              <a:rPr kumimoji="0" lang="en-US" sz="1600" b="1" i="0" u="none" strike="noStrike" kern="0" cap="none" spc="0" normalizeH="0" baseline="0" noProof="0">
                <a:ln>
                  <a:noFill/>
                </a:ln>
                <a:solidFill>
                  <a:srgbClr val="2A2B2C"/>
                </a:solidFill>
                <a:effectLst/>
                <a:uLnTx/>
                <a:uFillTx/>
                <a:latin typeface="Montserrat SemiBold" pitchFamily="2" charset="77"/>
                <a:sym typeface="Trebuchet MS"/>
              </a:rPr>
            </a:br>
            <a:r>
              <a:rPr kumimoji="0" lang="en-US" sz="1600" b="1" i="0" u="none" strike="noStrike" kern="0" cap="none" spc="0" normalizeH="0" baseline="0" noProof="0">
                <a:ln>
                  <a:noFill/>
                </a:ln>
                <a:solidFill>
                  <a:srgbClr val="003D5A"/>
                </a:solidFill>
                <a:effectLst/>
                <a:uLnTx/>
                <a:uFillTx/>
                <a:latin typeface="Montserrat SemiBold" pitchFamily="2" charset="77"/>
                <a:sym typeface="Trebuchet MS"/>
              </a:rPr>
              <a:t>to Intelligence Worker</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200" b="0" i="0" u="none" strike="noStrike" kern="0" cap="none" spc="0" normalizeH="0" baseline="0" noProof="0">
                <a:ln>
                  <a:noFill/>
                </a:ln>
                <a:solidFill>
                  <a:srgbClr val="2A2B2C"/>
                </a:solidFill>
                <a:effectLst/>
                <a:uLnTx/>
                <a:uFillTx/>
                <a:latin typeface="Montserrat" pitchFamily="2" charset="77"/>
                <a:sym typeface="Trebuchet MS"/>
              </a:rPr>
              <a:t>Providing knowledge workers with easy access to deep knowledge drives smarter decisions and creativity. </a:t>
            </a:r>
          </a:p>
        </p:txBody>
      </p:sp>
      <p:sp>
        <p:nvSpPr>
          <p:cNvPr id="4" name="Text Placeholder 1">
            <a:extLst>
              <a:ext uri="{FF2B5EF4-FFF2-40B4-BE49-F238E27FC236}">
                <a16:creationId xmlns:a16="http://schemas.microsoft.com/office/drawing/2014/main" id="{7D99A128-C38A-B10B-3B00-6CB826310179}"/>
              </a:ext>
            </a:extLst>
          </p:cNvPr>
          <p:cNvSpPr txBox="1">
            <a:spLocks/>
          </p:cNvSpPr>
          <p:nvPr/>
        </p:nvSpPr>
        <p:spPr>
          <a:xfrm>
            <a:off x="4383624" y="3528191"/>
            <a:ext cx="3422505" cy="3329809"/>
          </a:xfrm>
          <a:prstGeom prst="rect">
            <a:avLst/>
          </a:prstGeom>
        </p:spPr>
        <p:txBody>
          <a:bodyPr vert="horz" lIns="91440" tIns="45720" rIns="91440" bIns="45720" rtlCol="0" anchor="t">
            <a:noAutofit/>
          </a:bodyPr>
          <a:lst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tab pos="0" algn="l"/>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15900" algn="l" defTabSz="228600" rtl="0" eaLnBrk="1" latinLnBrk="0" hangingPunct="1">
              <a:lnSpc>
                <a:spcPct val="90000"/>
              </a:lnSpc>
              <a:spcBef>
                <a:spcPts val="800"/>
              </a:spcBef>
              <a:spcAft>
                <a:spcPts val="0"/>
              </a:spcAft>
              <a:buClrTx/>
              <a:buSzPct val="100000"/>
              <a:buFont typeface="Arial"/>
              <a:buNone/>
              <a:tabLst>
                <a:tab pos="0" algn="l"/>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800" b="1" i="0" u="none" strike="noStrike" kern="0" cap="none" spc="0" normalizeH="0" baseline="0" noProof="0">
                <a:ln>
                  <a:noFill/>
                </a:ln>
                <a:solidFill>
                  <a:srgbClr val="003D5A"/>
                </a:solidFill>
                <a:effectLst/>
                <a:uLnTx/>
                <a:uFillTx/>
                <a:latin typeface="Montserrat" pitchFamily="2" charset="77"/>
                <a:sym typeface="Trebuchet MS"/>
              </a:rPr>
              <a:t>Customers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600" b="1" i="0" u="none" strike="noStrike" kern="0" cap="none" spc="0" normalizeH="0" baseline="0" noProof="0">
                <a:ln>
                  <a:noFill/>
                </a:ln>
                <a:solidFill>
                  <a:srgbClr val="003D5A"/>
                </a:solidFill>
                <a:effectLst/>
                <a:uLnTx/>
                <a:uFillTx/>
                <a:latin typeface="Montserrat SemiBold" pitchFamily="2" charset="77"/>
                <a:sym typeface="Trebuchet MS"/>
              </a:rPr>
              <a:t>From Customer Engagement </a:t>
            </a:r>
            <a:br>
              <a:rPr kumimoji="0" lang="en-US" sz="1600" b="1" i="0" u="none" strike="noStrike" kern="0" cap="none" spc="0" normalizeH="0" baseline="0" noProof="0">
                <a:ln>
                  <a:noFill/>
                </a:ln>
                <a:solidFill>
                  <a:srgbClr val="2A2B2C"/>
                </a:solidFill>
                <a:effectLst/>
                <a:uLnTx/>
                <a:uFillTx/>
                <a:latin typeface="Montserrat SemiBold" pitchFamily="2" charset="77"/>
                <a:sym typeface="Trebuchet MS"/>
              </a:rPr>
            </a:br>
            <a:r>
              <a:rPr kumimoji="0" lang="en-US" sz="1600" b="1" i="0" u="none" strike="noStrike" kern="0" cap="none" spc="0" normalizeH="0" baseline="0" noProof="0">
                <a:ln>
                  <a:noFill/>
                </a:ln>
                <a:solidFill>
                  <a:srgbClr val="003D5A"/>
                </a:solidFill>
                <a:effectLst/>
                <a:uLnTx/>
                <a:uFillTx/>
                <a:latin typeface="Montserrat SemiBold" pitchFamily="2" charset="77"/>
                <a:sym typeface="Trebuchet MS"/>
              </a:rPr>
              <a:t>to Brand Conversations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200" b="0" i="0" u="none" strike="noStrike" kern="0" cap="none" spc="0" normalizeH="0" baseline="0" noProof="0">
                <a:ln>
                  <a:noFill/>
                </a:ln>
                <a:solidFill>
                  <a:srgbClr val="2A2B2C"/>
                </a:solidFill>
                <a:effectLst/>
                <a:uLnTx/>
                <a:uFillTx/>
                <a:latin typeface="Montserrat" pitchFamily="2" charset="77"/>
                <a:sym typeface="Trebuchet MS"/>
              </a:rPr>
              <a:t>Agentic engagement turns customer interactions into seamless, contextual conversations. </a:t>
            </a:r>
          </a:p>
        </p:txBody>
      </p:sp>
      <p:sp>
        <p:nvSpPr>
          <p:cNvPr id="9" name="Text Placeholder 1">
            <a:extLst>
              <a:ext uri="{FF2B5EF4-FFF2-40B4-BE49-F238E27FC236}">
                <a16:creationId xmlns:a16="http://schemas.microsoft.com/office/drawing/2014/main" id="{BF10958D-C619-0696-6CC6-11B7B7E3ACB7}"/>
              </a:ext>
            </a:extLst>
          </p:cNvPr>
          <p:cNvSpPr txBox="1">
            <a:spLocks/>
          </p:cNvSpPr>
          <p:nvPr/>
        </p:nvSpPr>
        <p:spPr>
          <a:xfrm>
            <a:off x="8178079" y="3528191"/>
            <a:ext cx="3422505" cy="3329809"/>
          </a:xfrm>
          <a:prstGeom prst="rect">
            <a:avLst/>
          </a:prstGeom>
        </p:spPr>
        <p:txBody>
          <a:bodyPr vert="horz" lIns="91440" tIns="45720" rIns="91440" bIns="45720" rtlCol="0" anchor="t">
            <a:noAutofit/>
          </a:bodyPr>
          <a:lst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tab pos="0" algn="l"/>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15900" algn="l" defTabSz="228600" rtl="0" eaLnBrk="1" latinLnBrk="0" hangingPunct="1">
              <a:lnSpc>
                <a:spcPct val="90000"/>
              </a:lnSpc>
              <a:spcBef>
                <a:spcPts val="800"/>
              </a:spcBef>
              <a:spcAft>
                <a:spcPts val="0"/>
              </a:spcAft>
              <a:buClrTx/>
              <a:buSzPct val="100000"/>
              <a:buFont typeface="Arial"/>
              <a:buNone/>
              <a:tabLst>
                <a:tab pos="0" algn="l"/>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800" b="1" i="0" u="none" strike="noStrike" kern="0" cap="none" spc="0" normalizeH="0" baseline="0" noProof="0">
                <a:ln>
                  <a:noFill/>
                </a:ln>
                <a:solidFill>
                  <a:srgbClr val="003D5A"/>
                </a:solidFill>
                <a:effectLst/>
                <a:uLnTx/>
                <a:uFillTx/>
                <a:latin typeface="Montserrat" pitchFamily="2" charset="77"/>
                <a:sym typeface="Trebuchet MS"/>
              </a:rPr>
              <a:t>Operations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600" b="1" i="0" u="none" strike="noStrike" kern="0" cap="none" spc="0" normalizeH="0" baseline="0" noProof="0">
                <a:ln>
                  <a:noFill/>
                </a:ln>
                <a:solidFill>
                  <a:srgbClr val="003D5A"/>
                </a:solidFill>
                <a:effectLst/>
                <a:uLnTx/>
                <a:uFillTx/>
                <a:latin typeface="Montserrat SemiBold" pitchFamily="2" charset="77"/>
                <a:sym typeface="Trebuchet MS"/>
              </a:rPr>
              <a:t>From Rigid &amp; Transactional </a:t>
            </a:r>
            <a:br>
              <a:rPr kumimoji="0" lang="en-US" sz="1600" b="1" i="0" u="none" strike="noStrike" kern="0" cap="none" spc="0" normalizeH="0" baseline="0" noProof="0">
                <a:ln>
                  <a:noFill/>
                </a:ln>
                <a:solidFill>
                  <a:srgbClr val="2A2B2C"/>
                </a:solidFill>
                <a:effectLst/>
                <a:uLnTx/>
                <a:uFillTx/>
                <a:latin typeface="Montserrat SemiBold" pitchFamily="2" charset="77"/>
                <a:sym typeface="Trebuchet MS"/>
              </a:rPr>
            </a:br>
            <a:r>
              <a:rPr kumimoji="0" lang="en-US" sz="1600" b="1" i="0" u="none" strike="noStrike" kern="0" cap="none" spc="0" normalizeH="0" baseline="0" noProof="0">
                <a:ln>
                  <a:noFill/>
                </a:ln>
                <a:solidFill>
                  <a:srgbClr val="003D5A"/>
                </a:solidFill>
                <a:effectLst/>
                <a:uLnTx/>
                <a:uFillTx/>
                <a:latin typeface="Montserrat SemiBold" pitchFamily="2" charset="77"/>
                <a:sym typeface="Trebuchet MS"/>
              </a:rPr>
              <a:t>to Agile Operations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200" b="0" i="0" u="none" strike="noStrike" kern="0" cap="none" spc="0" normalizeH="0" baseline="0" noProof="0">
                <a:ln>
                  <a:noFill/>
                </a:ln>
                <a:solidFill>
                  <a:srgbClr val="2A2B2C"/>
                </a:solidFill>
                <a:effectLst/>
                <a:uLnTx/>
                <a:uFillTx/>
                <a:latin typeface="Montserrat" pitchFamily="2" charset="77"/>
                <a:sym typeface="Trebuchet MS"/>
              </a:rPr>
              <a:t>Connect silos of excellence, unlocking agility, intelligence, and competitive advantage. </a:t>
            </a:r>
          </a:p>
        </p:txBody>
      </p:sp>
      <p:sp>
        <p:nvSpPr>
          <p:cNvPr id="2" name="Text Placeholder 7">
            <a:extLst>
              <a:ext uri="{FF2B5EF4-FFF2-40B4-BE49-F238E27FC236}">
                <a16:creationId xmlns:a16="http://schemas.microsoft.com/office/drawing/2014/main" id="{F23F34B1-3BBF-E888-09F0-43C71C945FBC}"/>
              </a:ext>
            </a:extLst>
          </p:cNvPr>
          <p:cNvSpPr txBox="1">
            <a:spLocks/>
          </p:cNvSpPr>
          <p:nvPr/>
        </p:nvSpPr>
        <p:spPr>
          <a:xfrm>
            <a:off x="387869" y="1094618"/>
            <a:ext cx="11346787" cy="591209"/>
          </a:xfrm>
          <a:prstGeom prst="rect">
            <a:avLst/>
          </a:prstGeom>
        </p:spPr>
        <p:txBody>
          <a:bodyPr vert="horz" lIns="91440" tIns="45720" rIns="91440" bIns="45720" rtlCol="0" anchor="t">
            <a:noAutofit/>
          </a:bodyPr>
          <a:lstStyle>
            <a:lvl1pPr marL="0" marR="0" indent="0" algn="l" defTabSz="228600" rtl="0" eaLnBrk="1" latinLnBrk="0" hangingPunct="1">
              <a:lnSpc>
                <a:spcPct val="90000"/>
              </a:lnSpc>
              <a:spcBef>
                <a:spcPts val="1200"/>
              </a:spcBef>
              <a:spcAft>
                <a:spcPts val="0"/>
              </a:spcAft>
              <a:buClrTx/>
              <a:buSzTx/>
              <a:buFont typeface="Arial" panose="020B0604020202020204" pitchFamily="34" charset="0"/>
              <a:buNone/>
              <a:tabLst/>
              <a:defRPr sz="1800" b="1" i="0" u="none" strike="noStrike" cap="none" spc="0" baseline="0">
                <a:ln>
                  <a:noFill/>
                </a:ln>
                <a:solidFill>
                  <a:schemeClr val="tx2"/>
                </a:solidFill>
                <a:uFillTx/>
                <a:latin typeface="+mn-lt"/>
                <a:ea typeface="Trebuchet MS"/>
                <a:cs typeface="Trebuchet MS"/>
                <a:sym typeface="Trebuchet MS"/>
              </a:defRPr>
            </a:lvl1pPr>
            <a:lvl2pPr marL="4572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2pPr>
            <a:lvl3pPr marL="9144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3pPr>
            <a:lvl4pPr marL="13716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4pPr>
            <a:lvl5pPr marL="18288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l" defTabSz="228600" rtl="0" eaLnBrk="1" fontAlgn="auto" latinLnBrk="0" hangingPunct="1">
              <a:lnSpc>
                <a:spcPct val="90000"/>
              </a:lnSpc>
              <a:spcBef>
                <a:spcPts val="12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FFFFFF"/>
                </a:solidFill>
                <a:effectLst/>
                <a:uLnTx/>
                <a:uFillTx/>
                <a:latin typeface="Montserrat Light" pitchFamily="2" charset="0"/>
                <a:sym typeface="Trebuchet MS"/>
              </a:rPr>
              <a:t>Seamlessly integrates human empathy and ingenuity with advanced AI to amplify your capabilities and brand experiences</a:t>
            </a:r>
          </a:p>
        </p:txBody>
      </p:sp>
      <p:cxnSp>
        <p:nvCxnSpPr>
          <p:cNvPr id="10" name="Straight Connector 9">
            <a:extLst>
              <a:ext uri="{FF2B5EF4-FFF2-40B4-BE49-F238E27FC236}">
                <a16:creationId xmlns:a16="http://schemas.microsoft.com/office/drawing/2014/main" id="{DC1E1F93-0CF1-F191-D10C-B0EE013F8444}"/>
              </a:ext>
            </a:extLst>
          </p:cNvPr>
          <p:cNvCxnSpPr>
            <a:cxnSpLocks/>
          </p:cNvCxnSpPr>
          <p:nvPr/>
        </p:nvCxnSpPr>
        <p:spPr>
          <a:xfrm>
            <a:off x="397398" y="960700"/>
            <a:ext cx="11397205" cy="0"/>
          </a:xfrm>
          <a:prstGeom prst="line">
            <a:avLst/>
          </a:prstGeom>
          <a:noFill/>
          <a:ln w="12700" cap="flat">
            <a:solidFill>
              <a:srgbClr val="25E2CC"/>
            </a:solidFill>
            <a:prstDash val="solid"/>
            <a:round/>
          </a:ln>
          <a:effectLst/>
          <a:sp3d/>
        </p:spPr>
        <p:style>
          <a:lnRef idx="0">
            <a:scrgbClr r="0" g="0" b="0"/>
          </a:lnRef>
          <a:fillRef idx="0">
            <a:scrgbClr r="0" g="0" b="0"/>
          </a:fillRef>
          <a:effectRef idx="0">
            <a:scrgbClr r="0" g="0" b="0"/>
          </a:effectRef>
          <a:fontRef idx="none"/>
        </p:style>
      </p:cxnSp>
      <p:sp>
        <p:nvSpPr>
          <p:cNvPr id="14" name="Title 1">
            <a:extLst>
              <a:ext uri="{FF2B5EF4-FFF2-40B4-BE49-F238E27FC236}">
                <a16:creationId xmlns:a16="http://schemas.microsoft.com/office/drawing/2014/main" id="{3E2A09A1-A84A-B59F-2535-5FCFA85A104B}"/>
              </a:ext>
            </a:extLst>
          </p:cNvPr>
          <p:cNvSpPr txBox="1">
            <a:spLocks/>
          </p:cNvSpPr>
          <p:nvPr/>
        </p:nvSpPr>
        <p:spPr>
          <a:xfrm>
            <a:off x="387870" y="290303"/>
            <a:ext cx="10464432" cy="54598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91440" tIns="45720" rIns="91440" bIns="0" anchor="b">
            <a:noAutofit/>
          </a:bodyPr>
          <a:lstStyle>
            <a:lvl1pPr marL="0" marR="0" indent="0" algn="l" defTabSz="914400" rtl="0" eaLnBrk="1" latinLnBrk="0" hangingPunct="1">
              <a:lnSpc>
                <a:spcPct val="90000"/>
              </a:lnSpc>
              <a:spcBef>
                <a:spcPts val="0"/>
              </a:spcBef>
              <a:spcAft>
                <a:spcPts val="0"/>
              </a:spcAft>
              <a:buClrTx/>
              <a:buSzTx/>
              <a:buFontTx/>
              <a:buNone/>
              <a:tabLst/>
              <a:defRPr kumimoji="0" lang="en-US" sz="3400" b="0" i="0" u="none" strike="noStrike" kern="0" cap="none" spc="0" normalizeH="0" baseline="0">
                <a:ln>
                  <a:noFill/>
                </a:ln>
                <a:solidFill>
                  <a:schemeClr val="tx2"/>
                </a:solidFill>
                <a:effectLst/>
                <a:uLnTx/>
                <a:uFillTx/>
                <a:latin typeface="+mj-lt"/>
                <a:ea typeface="Trebuchet MS"/>
                <a:cs typeface="Trebuchet MS"/>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0" cap="none" spc="0" normalizeH="0" baseline="0" noProof="0">
                <a:ln>
                  <a:noFill/>
                </a:ln>
                <a:solidFill>
                  <a:srgbClr val="FFFFFF"/>
                </a:solidFill>
                <a:effectLst/>
                <a:uLnTx/>
                <a:uFillTx/>
                <a:latin typeface="Montserrat Bold" pitchFamily="2" charset="0"/>
                <a:sym typeface="Trebuchet MS"/>
              </a:rPr>
              <a:t>The Intelligent Enterprise </a:t>
            </a:r>
            <a:endParaRPr kumimoji="0" lang="en-GB" sz="2800" b="0" i="0" u="none" strike="noStrike" kern="0" cap="none" spc="0" normalizeH="0" baseline="0" noProof="0">
              <a:ln>
                <a:noFill/>
              </a:ln>
              <a:solidFill>
                <a:srgbClr val="FFFFFF"/>
              </a:solidFill>
              <a:effectLst/>
              <a:uLnTx/>
              <a:uFillTx/>
              <a:latin typeface="Montserrat Bold" pitchFamily="2" charset="0"/>
              <a:sym typeface="Trebuchet MS"/>
            </a:endParaRPr>
          </a:p>
        </p:txBody>
      </p:sp>
    </p:spTree>
    <p:extLst>
      <p:ext uri="{BB962C8B-B14F-4D97-AF65-F5344CB8AC3E}">
        <p14:creationId xmlns:p14="http://schemas.microsoft.com/office/powerpoint/2010/main" val="1273744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3C4D8-EDAB-58B5-9284-27722A911F52}"/>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3A028BA-5550-677F-2C17-C6D844652082}"/>
              </a:ext>
            </a:extLst>
          </p:cNvPr>
          <p:cNvSpPr/>
          <p:nvPr/>
        </p:nvSpPr>
        <p:spPr>
          <a:xfrm>
            <a:off x="3" y="5405496"/>
            <a:ext cx="12191997" cy="1052178"/>
          </a:xfrm>
          <a:prstGeom prst="rect">
            <a:avLst/>
          </a:prstGeom>
          <a:gradFill flip="none" rotWithShape="1">
            <a:gsLst>
              <a:gs pos="0">
                <a:schemeClr val="accent3"/>
              </a:gs>
              <a:gs pos="55000">
                <a:schemeClr val="accent2"/>
              </a:gs>
              <a:gs pos="100000">
                <a:schemeClr val="accent1"/>
              </a:gs>
            </a:gsLst>
            <a:lin ang="10800000" scaled="1"/>
            <a:tileRect/>
          </a:gra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de-DE" sz="1400" b="0" i="0" u="none" strike="noStrike" kern="0" cap="none" spc="0" normalizeH="0" baseline="0" noProof="0">
              <a:ln>
                <a:noFill/>
              </a:ln>
              <a:solidFill>
                <a:srgbClr val="2A2B2C"/>
              </a:solidFill>
              <a:effectLst/>
              <a:uLnTx/>
              <a:uFillTx/>
              <a:latin typeface="Montserrat"/>
              <a:ea typeface="+mn-ea"/>
              <a:cs typeface="+mn-cs"/>
            </a:endParaRPr>
          </a:p>
        </p:txBody>
      </p:sp>
      <p:sp>
        <p:nvSpPr>
          <p:cNvPr id="3" name="Rechteck 2">
            <a:extLst>
              <a:ext uri="{FF2B5EF4-FFF2-40B4-BE49-F238E27FC236}">
                <a16:creationId xmlns:a16="http://schemas.microsoft.com/office/drawing/2014/main" id="{42DB0A74-D2A2-1E56-71D9-8B936B15D659}"/>
              </a:ext>
            </a:extLst>
          </p:cNvPr>
          <p:cNvSpPr/>
          <p:nvPr/>
        </p:nvSpPr>
        <p:spPr>
          <a:xfrm>
            <a:off x="-4316" y="4294763"/>
            <a:ext cx="12191997" cy="1052178"/>
          </a:xfrm>
          <a:prstGeom prst="rect">
            <a:avLst/>
          </a:prstGeom>
          <a:gradFill flip="none" rotWithShape="1">
            <a:gsLst>
              <a:gs pos="0">
                <a:schemeClr val="accent3"/>
              </a:gs>
              <a:gs pos="55000">
                <a:schemeClr val="accent2"/>
              </a:gs>
              <a:gs pos="100000">
                <a:schemeClr val="accent1"/>
              </a:gs>
            </a:gsLst>
            <a:lin ang="10800000" scaled="1"/>
            <a:tileRect/>
          </a:gra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de-DE" sz="1400" b="0" i="0" u="none" strike="noStrike" kern="0" cap="none" spc="0" normalizeH="0" baseline="0" noProof="0">
              <a:ln>
                <a:noFill/>
              </a:ln>
              <a:solidFill>
                <a:srgbClr val="2A2B2C"/>
              </a:solidFill>
              <a:effectLst/>
              <a:uLnTx/>
              <a:uFillTx/>
              <a:latin typeface="Montserrat"/>
              <a:ea typeface="+mn-ea"/>
              <a:cs typeface="+mn-cs"/>
            </a:endParaRPr>
          </a:p>
        </p:txBody>
      </p:sp>
      <p:sp>
        <p:nvSpPr>
          <p:cNvPr id="2" name="Rechteck 1">
            <a:extLst>
              <a:ext uri="{FF2B5EF4-FFF2-40B4-BE49-F238E27FC236}">
                <a16:creationId xmlns:a16="http://schemas.microsoft.com/office/drawing/2014/main" id="{AA6E1849-3AB9-DAEA-F379-1B2B29097F96}"/>
              </a:ext>
            </a:extLst>
          </p:cNvPr>
          <p:cNvSpPr/>
          <p:nvPr/>
        </p:nvSpPr>
        <p:spPr>
          <a:xfrm>
            <a:off x="0" y="3198808"/>
            <a:ext cx="12191997" cy="1052178"/>
          </a:xfrm>
          <a:prstGeom prst="rect">
            <a:avLst/>
          </a:prstGeom>
          <a:gradFill flip="none" rotWithShape="1">
            <a:gsLst>
              <a:gs pos="0">
                <a:schemeClr val="accent3"/>
              </a:gs>
              <a:gs pos="55000">
                <a:schemeClr val="accent2"/>
              </a:gs>
              <a:gs pos="100000">
                <a:schemeClr val="accent1"/>
              </a:gs>
            </a:gsLst>
            <a:lin ang="10800000" scaled="1"/>
            <a:tileRect/>
          </a:gra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de-DE" sz="1400" b="0" i="0" u="none" strike="noStrike" kern="0" cap="none" spc="0" normalizeH="0" baseline="0" noProof="0">
              <a:ln>
                <a:noFill/>
              </a:ln>
              <a:solidFill>
                <a:srgbClr val="2A2B2C"/>
              </a:solidFill>
              <a:effectLst/>
              <a:uLnTx/>
              <a:uFillTx/>
              <a:latin typeface="Montserrat"/>
              <a:ea typeface="+mn-ea"/>
              <a:cs typeface="+mn-cs"/>
            </a:endParaRPr>
          </a:p>
        </p:txBody>
      </p:sp>
      <p:sp>
        <p:nvSpPr>
          <p:cNvPr id="4" name="Rectangle 3">
            <a:extLst>
              <a:ext uri="{FF2B5EF4-FFF2-40B4-BE49-F238E27FC236}">
                <a16:creationId xmlns:a16="http://schemas.microsoft.com/office/drawing/2014/main" id="{0B58E62B-9CAA-E484-D19C-A1CCA2CCED04}"/>
              </a:ext>
            </a:extLst>
          </p:cNvPr>
          <p:cNvSpPr/>
          <p:nvPr/>
        </p:nvSpPr>
        <p:spPr>
          <a:xfrm>
            <a:off x="0" y="0"/>
            <a:ext cx="12192000" cy="1543792"/>
          </a:xfrm>
          <a:prstGeom prst="rect">
            <a:avLst/>
          </a:prstGeom>
          <a:solidFill>
            <a:schemeClr val="tx2"/>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pic>
        <p:nvPicPr>
          <p:cNvPr id="83" name="Picture 82">
            <a:extLst>
              <a:ext uri="{FF2B5EF4-FFF2-40B4-BE49-F238E27FC236}">
                <a16:creationId xmlns:a16="http://schemas.microsoft.com/office/drawing/2014/main" id="{19084B89-C5F7-12C4-CADD-265CC42D27AE}"/>
              </a:ext>
            </a:extLst>
          </p:cNvPr>
          <p:cNvPicPr>
            <a:picLocks noChangeAspect="1"/>
          </p:cNvPicPr>
          <p:nvPr/>
        </p:nvPicPr>
        <p:blipFill>
          <a:blip r:embed="rId3"/>
          <a:stretch>
            <a:fillRect/>
          </a:stretch>
        </p:blipFill>
        <p:spPr>
          <a:xfrm>
            <a:off x="5828088" y="1745468"/>
            <a:ext cx="649224" cy="964943"/>
          </a:xfrm>
          <a:prstGeom prst="rect">
            <a:avLst/>
          </a:prstGeom>
        </p:spPr>
      </p:pic>
      <p:sp>
        <p:nvSpPr>
          <p:cNvPr id="56" name="Oval 55">
            <a:extLst>
              <a:ext uri="{FF2B5EF4-FFF2-40B4-BE49-F238E27FC236}">
                <a16:creationId xmlns:a16="http://schemas.microsoft.com/office/drawing/2014/main" id="{A98BCA59-7B95-8788-A5F7-F75233CFCF65}"/>
              </a:ext>
            </a:extLst>
          </p:cNvPr>
          <p:cNvSpPr/>
          <p:nvPr/>
        </p:nvSpPr>
        <p:spPr>
          <a:xfrm>
            <a:off x="865352" y="2640054"/>
            <a:ext cx="196539" cy="196539"/>
          </a:xfrm>
          <a:prstGeom prst="ellipse">
            <a:avLst/>
          </a:prstGeom>
          <a:solidFill>
            <a:schemeClr val="accent3"/>
          </a:solidFill>
          <a:ln>
            <a:solidFill>
              <a:schemeClr val="accent3"/>
            </a:solidFill>
          </a:ln>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cxnSp>
        <p:nvCxnSpPr>
          <p:cNvPr id="58" name="Straight Connector 57">
            <a:extLst>
              <a:ext uri="{FF2B5EF4-FFF2-40B4-BE49-F238E27FC236}">
                <a16:creationId xmlns:a16="http://schemas.microsoft.com/office/drawing/2014/main" id="{A1657655-1835-A3B4-74C0-BBD3E1F9CC7C}"/>
              </a:ext>
            </a:extLst>
          </p:cNvPr>
          <p:cNvCxnSpPr>
            <a:cxnSpLocks/>
          </p:cNvCxnSpPr>
          <p:nvPr/>
        </p:nvCxnSpPr>
        <p:spPr>
          <a:xfrm>
            <a:off x="1061891" y="2738324"/>
            <a:ext cx="9414963" cy="0"/>
          </a:xfrm>
          <a:prstGeom prst="line">
            <a:avLst/>
          </a:prstGeom>
          <a:noFill/>
          <a:ln w="12700" cap="flat">
            <a:solidFill>
              <a:schemeClr val="accent3"/>
            </a:solidFill>
            <a:prstDash val="solid"/>
            <a:round/>
          </a:ln>
          <a:effectLst/>
          <a:sp3d/>
        </p:spPr>
        <p:style>
          <a:lnRef idx="0">
            <a:scrgbClr r="0" g="0" b="0"/>
          </a:lnRef>
          <a:fillRef idx="0">
            <a:scrgbClr r="0" g="0" b="0"/>
          </a:fillRef>
          <a:effectRef idx="0">
            <a:scrgbClr r="0" g="0" b="0"/>
          </a:effectRef>
          <a:fontRef idx="none"/>
        </p:style>
      </p:cxnSp>
      <p:sp>
        <p:nvSpPr>
          <p:cNvPr id="62" name="TextBox 61">
            <a:extLst>
              <a:ext uri="{FF2B5EF4-FFF2-40B4-BE49-F238E27FC236}">
                <a16:creationId xmlns:a16="http://schemas.microsoft.com/office/drawing/2014/main" id="{A2FEB16B-5AEA-48B4-80ED-0D578F2940C0}"/>
              </a:ext>
            </a:extLst>
          </p:cNvPr>
          <p:cNvSpPr txBox="1"/>
          <p:nvPr/>
        </p:nvSpPr>
        <p:spPr>
          <a:xfrm>
            <a:off x="8322890" y="3175564"/>
            <a:ext cx="3969423" cy="3058980"/>
          </a:xfrm>
          <a:prstGeom prst="roundRect">
            <a:avLst>
              <a:gd name="adj" fmla="val 8772"/>
            </a:avLst>
          </a:prstGeom>
          <a:noFill/>
          <a:ln>
            <a:noFill/>
          </a:ln>
          <a:effectLst/>
        </p:spPr>
        <p:txBody>
          <a:bodyPr wrap="square" lIns="91440" tIns="182880" rIns="91440" bIns="45720" rtlCol="0" anchor="t">
            <a:noAutofit/>
          </a:bodyPr>
          <a:lstStyle/>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Employees</a:t>
            </a:r>
            <a:endParaRPr kumimoji="0" lang="en-US" sz="2000" b="1" i="0" u="none" strike="noStrike" kern="0" cap="none" spc="0" normalizeH="0" baseline="0" noProof="0">
              <a:ln>
                <a:noFill/>
              </a:ln>
              <a:solidFill>
                <a:srgbClr val="FFFFFF"/>
              </a:solidFill>
              <a:effectLst/>
              <a:uLnTx/>
              <a:uFillTx/>
              <a:latin typeface="Montserrat"/>
              <a:ea typeface="+mn-ea"/>
              <a:cs typeface="+mn-cs"/>
              <a:sym typeface="Trebuchet M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Cross-functional innovation</a:t>
            </a:r>
            <a:endParaRPr kumimoji="0" lang="en-US" sz="1400" b="0"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Human and AI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agentic workflows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endParaRPr kumimoji="0" lang="en-US" sz="1400" b="0"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Customers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7020" marR="0" lvl="0" indent="-28702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Customers using AI agents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7020" marR="0" lvl="0" indent="-28702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Demand for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AI-enhanced experiences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endParaRPr kumimoji="0" lang="en-US" sz="14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Operations</a:t>
            </a:r>
            <a:endParaRPr kumimoji="0" lang="en-US" sz="1400" b="0" i="0" u="none" strike="noStrike" kern="0" cap="none" spc="0" normalizeH="0" baseline="0" noProof="0">
              <a:ln>
                <a:noFill/>
              </a:ln>
              <a:solidFill>
                <a:srgbClr val="FFFFFF"/>
              </a:solidFill>
              <a:effectLst/>
              <a:uLnTx/>
              <a:uFillTx/>
              <a:latin typeface="Montserrat"/>
              <a:ea typeface="+mn-ea"/>
              <a:cs typeface="+mn-cs"/>
              <a:sym typeface="Trebuchet M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New commercial models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Hybrid</a:t>
            </a: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 digital and human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capability</a:t>
            </a:r>
            <a:endParaRPr kumimoji="0" lang="en-US" sz="16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endParaRPr kumimoji="0" lang="en-US" sz="1600" b="0" i="0" u="none" strike="noStrike" kern="0" cap="none" spc="0" normalizeH="0" baseline="0" noProof="0">
              <a:ln>
                <a:noFill/>
              </a:ln>
              <a:solidFill>
                <a:srgbClr val="FFFFFF"/>
              </a:solidFill>
              <a:effectLst/>
              <a:uLnTx/>
              <a:uFillTx/>
              <a:latin typeface="Montserrat"/>
              <a:ea typeface="+mn-ea"/>
              <a:cs typeface="+mn-cs"/>
              <a:sym typeface="Trebuchet MS"/>
            </a:endParaRPr>
          </a:p>
        </p:txBody>
      </p:sp>
      <p:sp>
        <p:nvSpPr>
          <p:cNvPr id="63" name="TextBox 62">
            <a:extLst>
              <a:ext uri="{FF2B5EF4-FFF2-40B4-BE49-F238E27FC236}">
                <a16:creationId xmlns:a16="http://schemas.microsoft.com/office/drawing/2014/main" id="{A776F9CE-04A7-B2AA-577D-6FAB7300BCF7}"/>
              </a:ext>
            </a:extLst>
          </p:cNvPr>
          <p:cNvSpPr txBox="1"/>
          <p:nvPr/>
        </p:nvSpPr>
        <p:spPr>
          <a:xfrm>
            <a:off x="4456635" y="3175564"/>
            <a:ext cx="3611754" cy="3100544"/>
          </a:xfrm>
          <a:prstGeom prst="roundRect">
            <a:avLst>
              <a:gd name="adj" fmla="val 6923"/>
            </a:avLst>
          </a:prstGeom>
          <a:noFill/>
          <a:ln>
            <a:noFill/>
          </a:ln>
          <a:effectLst/>
        </p:spPr>
        <p:txBody>
          <a:bodyPr wrap="square" tIns="182880" rtlCol="0">
            <a:noAutofit/>
          </a:bodyPr>
          <a:lstStyle/>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Employees</a:t>
            </a: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Proactive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change management</a:t>
            </a: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Literacy</a:t>
            </a: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 and training</a:t>
            </a: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endParaRPr kumimoji="0" lang="en-US" sz="14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Customers</a:t>
            </a:r>
          </a:p>
          <a:p>
            <a:pPr marL="287338" marR="0" lvl="0" indent="-287338"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Personalized interactions </a:t>
            </a: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based on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history</a:t>
            </a: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 and preference</a:t>
            </a:r>
          </a:p>
          <a:p>
            <a:pPr marL="287338" marR="0" lvl="0" indent="-287338"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Increased self-service</a:t>
            </a:r>
          </a:p>
          <a:p>
            <a:pPr marL="287338" marR="0" lvl="0" indent="-287338"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endParaRPr kumimoji="0" lang="en-US" sz="14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Operations</a:t>
            </a:r>
            <a:endParaRPr kumimoji="0" lang="en-US" sz="2000" b="1" i="0" u="none" strike="noStrike" kern="0" cap="none" spc="0" normalizeH="0" baseline="0" noProof="0">
              <a:ln>
                <a:noFill/>
              </a:ln>
              <a:solidFill>
                <a:srgbClr val="FFFFFF"/>
              </a:solidFill>
              <a:effectLst/>
              <a:uLnTx/>
              <a:uFillTx/>
              <a:latin typeface="Montserrat"/>
              <a:ea typeface="+mn-ea"/>
              <a:cs typeface="+mn-cs"/>
              <a:sym typeface="Trebuchet M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Infrastructure and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partnerships</a:t>
            </a: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AI ethics</a:t>
            </a:r>
            <a:endParaRPr kumimoji="0" lang="en-US" sz="16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endParaRPr kumimoji="0" lang="en-US" sz="1600" b="0" i="0" u="none" strike="noStrike" kern="0" cap="none" spc="0" normalizeH="0" baseline="0" noProof="0">
              <a:ln>
                <a:noFill/>
              </a:ln>
              <a:solidFill>
                <a:srgbClr val="FFFFFF"/>
              </a:solidFill>
              <a:effectLst/>
              <a:uLnTx/>
              <a:uFillTx/>
              <a:latin typeface="Montserrat"/>
              <a:ea typeface="+mn-ea"/>
              <a:cs typeface="+mn-cs"/>
              <a:sym typeface="Trebuchet MS"/>
            </a:endParaRPr>
          </a:p>
        </p:txBody>
      </p:sp>
      <p:sp>
        <p:nvSpPr>
          <p:cNvPr id="64" name="TextBox 63">
            <a:extLst>
              <a:ext uri="{FF2B5EF4-FFF2-40B4-BE49-F238E27FC236}">
                <a16:creationId xmlns:a16="http://schemas.microsoft.com/office/drawing/2014/main" id="{85027FA3-7796-B461-E3A5-D7A559CFD7BE}"/>
              </a:ext>
            </a:extLst>
          </p:cNvPr>
          <p:cNvSpPr txBox="1"/>
          <p:nvPr/>
        </p:nvSpPr>
        <p:spPr>
          <a:xfrm>
            <a:off x="196771" y="3175564"/>
            <a:ext cx="4188466" cy="3100544"/>
          </a:xfrm>
          <a:prstGeom prst="roundRect">
            <a:avLst>
              <a:gd name="adj" fmla="val 8169"/>
            </a:avLst>
          </a:prstGeom>
          <a:noFill/>
          <a:ln>
            <a:noFill/>
          </a:ln>
          <a:effectLst/>
        </p:spPr>
        <p:txBody>
          <a:bodyPr wrap="square" lIns="91440" tIns="182880" rIns="91440" bIns="45720" rtlCol="0" anchor="t">
            <a:noAutofit/>
          </a:bodyPr>
          <a:lstStyle/>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Employees</a:t>
            </a: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Clear, motivating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vision of the future</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Identify influencers and detractors</a:t>
            </a:r>
            <a:endParaRPr kumimoji="0" lang="en-US" sz="1400" b="0"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endParaRPr kumimoji="0" lang="en-US" sz="14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Customers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Expect instant intelligent support</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Expect consistent omni-channel experiences</a:t>
            </a:r>
            <a:endParaRPr kumimoji="0" lang="en-US" sz="1400" b="0"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endParaRPr kumimoji="0" lang="en-US" sz="1400" b="1" i="0" u="none" strike="noStrike" kern="0" cap="none" spc="0" normalizeH="0" baseline="0" noProof="0">
              <a:ln>
                <a:noFill/>
              </a:ln>
              <a:solidFill>
                <a:srgbClr val="FFFFFF"/>
              </a:solidFill>
              <a:effectLst/>
              <a:uLnTx/>
              <a:uFillTx/>
              <a:latin typeface="Montserrat"/>
              <a:ea typeface="+mn-ea"/>
              <a:cs typeface="+mn-cs"/>
              <a:sym typeface="Trebuchet MS"/>
            </a:endParaRPr>
          </a:p>
          <a:p>
            <a:pPr marL="0" marR="0" lvl="0" indent="0" algn="l" defTabSz="228600" rtl="0" eaLnBrk="1" fontAlgn="auto" latinLnBrk="0" hangingPunct="1">
              <a:lnSpc>
                <a:spcPct val="90000"/>
              </a:lnSpc>
              <a:spcBef>
                <a:spcPts val="300"/>
              </a:spcBef>
              <a:spcAft>
                <a:spcPts val="0"/>
              </a:spcAft>
              <a:buClrTx/>
              <a:buSzPct val="100000"/>
              <a:buFontTx/>
              <a:buNone/>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Operations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Assess your Agentic Readiness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Identify </a:t>
            </a:r>
            <a:r>
              <a:rPr kumimoji="0" lang="en-US" sz="1400" b="1" i="0" u="none" strike="noStrike" kern="0" cap="none" spc="0" normalizeH="0" baseline="0" noProof="0">
                <a:ln>
                  <a:noFill/>
                </a:ln>
                <a:solidFill>
                  <a:srgbClr val="FFFFFF"/>
                </a:solidFill>
                <a:effectLst/>
                <a:uLnTx/>
                <a:uFillTx/>
                <a:latin typeface="Montserrat"/>
                <a:ea typeface="+mn-ea"/>
                <a:cs typeface="+mn-cs"/>
                <a:sym typeface="Trebuchet MS"/>
              </a:rPr>
              <a:t>low-risk AI use cases</a:t>
            </a:r>
            <a:endParaRPr kumimoji="0" lang="en-US" sz="1400" b="1" i="0" u="none" strike="noStrike" kern="0" cap="none" spc="0" normalizeH="0" baseline="0" noProof="0">
              <a:ln>
                <a:noFill/>
              </a:ln>
              <a:solidFill>
                <a:srgbClr val="FFFFFF"/>
              </a:solidFill>
              <a:effectLst/>
              <a:uLnTx/>
              <a:uFillTx/>
              <a:latin typeface="Montserrat"/>
              <a:ea typeface="+mn-ea"/>
              <a:cs typeface="+mn-cs"/>
            </a:endParaRPr>
          </a:p>
          <a:p>
            <a:pPr marL="285750" marR="0" lvl="0" indent="-285750" algn="l" defTabSz="228600" rtl="0" eaLnBrk="1" fontAlgn="auto" latinLnBrk="0" hangingPunct="1">
              <a:lnSpc>
                <a:spcPct val="90000"/>
              </a:lnSpc>
              <a:spcBef>
                <a:spcPts val="300"/>
              </a:spcBef>
              <a:spcAft>
                <a:spcPts val="0"/>
              </a:spcAft>
              <a:buClrTx/>
              <a:buSzPct val="100000"/>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Montserrat"/>
                <a:ea typeface="+mn-ea"/>
                <a:cs typeface="+mn-cs"/>
                <a:sym typeface="Trebuchet MS"/>
              </a:rPr>
              <a:t>Understand costs and ROAI</a:t>
            </a:r>
            <a:endParaRPr kumimoji="0" lang="en-US" sz="1400" b="0" i="0" u="none" strike="noStrike" kern="0" cap="none" spc="0" normalizeH="0" baseline="0" noProof="0">
              <a:ln>
                <a:noFill/>
              </a:ln>
              <a:solidFill>
                <a:srgbClr val="FFFFFF"/>
              </a:solidFill>
              <a:effectLst/>
              <a:uLnTx/>
              <a:uFillTx/>
              <a:latin typeface="Montserrat"/>
              <a:ea typeface="+mn-ea"/>
              <a:cs typeface="+mn-cs"/>
            </a:endParaRPr>
          </a:p>
        </p:txBody>
      </p:sp>
      <p:cxnSp>
        <p:nvCxnSpPr>
          <p:cNvPr id="66" name="Straight Connector 65">
            <a:extLst>
              <a:ext uri="{FF2B5EF4-FFF2-40B4-BE49-F238E27FC236}">
                <a16:creationId xmlns:a16="http://schemas.microsoft.com/office/drawing/2014/main" id="{A9220B7C-95D4-F205-D2A8-A71372BA3E78}"/>
              </a:ext>
            </a:extLst>
          </p:cNvPr>
          <p:cNvCxnSpPr>
            <a:cxnSpLocks/>
          </p:cNvCxnSpPr>
          <p:nvPr/>
        </p:nvCxnSpPr>
        <p:spPr>
          <a:xfrm>
            <a:off x="4385237" y="2993998"/>
            <a:ext cx="0" cy="3394483"/>
          </a:xfrm>
          <a:prstGeom prst="line">
            <a:avLst/>
          </a:prstGeom>
          <a:noFill/>
          <a:ln w="12700" cap="flat">
            <a:solidFill>
              <a:schemeClr val="accent3">
                <a:lumMod val="60000"/>
                <a:lumOff val="40000"/>
              </a:schemeClr>
            </a:solidFill>
            <a:prstDash val="solid"/>
            <a:round/>
          </a:ln>
          <a:effectLst/>
          <a:sp3d/>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38FF830B-28F3-C229-90B8-2280438A8772}"/>
              </a:ext>
            </a:extLst>
          </p:cNvPr>
          <p:cNvCxnSpPr>
            <a:cxnSpLocks/>
          </p:cNvCxnSpPr>
          <p:nvPr/>
        </p:nvCxnSpPr>
        <p:spPr>
          <a:xfrm>
            <a:off x="8087719" y="2993998"/>
            <a:ext cx="0" cy="3394483"/>
          </a:xfrm>
          <a:prstGeom prst="line">
            <a:avLst/>
          </a:prstGeom>
          <a:noFill/>
          <a:ln w="12700" cap="flat">
            <a:solidFill>
              <a:schemeClr val="accent3">
                <a:lumMod val="60000"/>
                <a:lumOff val="40000"/>
              </a:schemeClr>
            </a:solidFill>
            <a:prstDash val="solid"/>
            <a:round/>
          </a:ln>
          <a:effectLst/>
          <a:sp3d/>
        </p:spPr>
        <p:style>
          <a:lnRef idx="0">
            <a:scrgbClr r="0" g="0" b="0"/>
          </a:lnRef>
          <a:fillRef idx="0">
            <a:scrgbClr r="0" g="0" b="0"/>
          </a:fillRef>
          <a:effectRef idx="0">
            <a:scrgbClr r="0" g="0" b="0"/>
          </a:effectRef>
          <a:fontRef idx="none"/>
        </p:style>
      </p:cxnSp>
      <p:sp>
        <p:nvSpPr>
          <p:cNvPr id="71" name="TextBox 70">
            <a:extLst>
              <a:ext uri="{FF2B5EF4-FFF2-40B4-BE49-F238E27FC236}">
                <a16:creationId xmlns:a16="http://schemas.microsoft.com/office/drawing/2014/main" id="{665F4BF2-CFDD-9115-796D-48869473DDD7}"/>
              </a:ext>
            </a:extLst>
          </p:cNvPr>
          <p:cNvSpPr txBox="1"/>
          <p:nvPr/>
        </p:nvSpPr>
        <p:spPr>
          <a:xfrm>
            <a:off x="2004153" y="2845977"/>
            <a:ext cx="949568" cy="352831"/>
          </a:xfrm>
          <a:prstGeom prst="rect">
            <a:avLst/>
          </a:prstGeom>
          <a:noFill/>
          <a:ln>
            <a:noFill/>
          </a:ln>
        </p:spPr>
        <p:txBody>
          <a:bodyPr wrap="square" rtlCol="0">
            <a:noAutofit/>
          </a:bodyPr>
          <a:lstStyle/>
          <a:p>
            <a:pPr marL="0" marR="0" lvl="0" indent="0" algn="ctr" defTabSz="228600" rtl="0" eaLnBrk="1" fontAlgn="auto" latinLnBrk="0" hangingPunct="1">
              <a:lnSpc>
                <a:spcPct val="9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003D5A"/>
                </a:solidFill>
                <a:effectLst/>
                <a:uLnTx/>
                <a:uFillTx/>
                <a:latin typeface="Montserrat"/>
                <a:ea typeface="+mn-ea"/>
                <a:cs typeface="+mn-cs"/>
                <a:sym typeface="Trebuchet MS"/>
              </a:rPr>
              <a:t>Now</a:t>
            </a:r>
            <a:endParaRPr kumimoji="0" lang="en-US" sz="2800" b="1" i="0" u="none" strike="noStrike" kern="0" cap="none" spc="0" normalizeH="0" baseline="0" noProof="0">
              <a:ln>
                <a:noFill/>
              </a:ln>
              <a:solidFill>
                <a:srgbClr val="003D5A"/>
              </a:solidFill>
              <a:effectLst/>
              <a:uLnTx/>
              <a:uFillTx/>
              <a:latin typeface="Montserrat"/>
              <a:ea typeface="+mn-ea"/>
              <a:cs typeface="+mn-cs"/>
              <a:sym typeface="Trebuchet MS"/>
            </a:endParaRPr>
          </a:p>
        </p:txBody>
      </p:sp>
      <p:pic>
        <p:nvPicPr>
          <p:cNvPr id="76" name="Picture 75">
            <a:extLst>
              <a:ext uri="{FF2B5EF4-FFF2-40B4-BE49-F238E27FC236}">
                <a16:creationId xmlns:a16="http://schemas.microsoft.com/office/drawing/2014/main" id="{FA2D0E1B-81EB-99D7-73A9-F3DDF3FF2DA6}"/>
              </a:ext>
            </a:extLst>
          </p:cNvPr>
          <p:cNvPicPr>
            <a:picLocks noChangeAspect="1"/>
          </p:cNvPicPr>
          <p:nvPr/>
        </p:nvPicPr>
        <p:blipFill>
          <a:blip r:embed="rId4"/>
          <a:stretch>
            <a:fillRect/>
          </a:stretch>
        </p:blipFill>
        <p:spPr>
          <a:xfrm rot="10800000">
            <a:off x="2154655" y="1745468"/>
            <a:ext cx="649224" cy="964944"/>
          </a:xfrm>
          <a:prstGeom prst="rect">
            <a:avLst/>
          </a:prstGeom>
        </p:spPr>
      </p:pic>
      <p:pic>
        <p:nvPicPr>
          <p:cNvPr id="77" name="Graphic 76" descr="Warning with solid fill">
            <a:extLst>
              <a:ext uri="{FF2B5EF4-FFF2-40B4-BE49-F238E27FC236}">
                <a16:creationId xmlns:a16="http://schemas.microsoft.com/office/drawing/2014/main" id="{D85995CB-905A-CA42-722F-187750E444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28389" y="1875749"/>
            <a:ext cx="301096" cy="301096"/>
          </a:xfrm>
          <a:prstGeom prst="rect">
            <a:avLst/>
          </a:prstGeom>
        </p:spPr>
      </p:pic>
      <p:sp>
        <p:nvSpPr>
          <p:cNvPr id="79" name="Oval 78">
            <a:extLst>
              <a:ext uri="{FF2B5EF4-FFF2-40B4-BE49-F238E27FC236}">
                <a16:creationId xmlns:a16="http://schemas.microsoft.com/office/drawing/2014/main" id="{3236A792-A718-9FAB-DFF2-13DD66694542}"/>
              </a:ext>
            </a:extLst>
          </p:cNvPr>
          <p:cNvSpPr/>
          <p:nvPr/>
        </p:nvSpPr>
        <p:spPr>
          <a:xfrm>
            <a:off x="2417920" y="2677674"/>
            <a:ext cx="122035" cy="122035"/>
          </a:xfrm>
          <a:prstGeom prst="ellipse">
            <a:avLst/>
          </a:prstGeom>
          <a:solidFill>
            <a:schemeClr val="accent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80" name="TextBox 79">
            <a:extLst>
              <a:ext uri="{FF2B5EF4-FFF2-40B4-BE49-F238E27FC236}">
                <a16:creationId xmlns:a16="http://schemas.microsoft.com/office/drawing/2014/main" id="{87587D0B-361A-FEE9-5FE9-9F33FD19038E}"/>
              </a:ext>
            </a:extLst>
          </p:cNvPr>
          <p:cNvSpPr txBox="1"/>
          <p:nvPr/>
        </p:nvSpPr>
        <p:spPr>
          <a:xfrm>
            <a:off x="5677916" y="2845977"/>
            <a:ext cx="949568" cy="352831"/>
          </a:xfrm>
          <a:prstGeom prst="rect">
            <a:avLst/>
          </a:prstGeom>
          <a:noFill/>
          <a:ln>
            <a:noFill/>
          </a:ln>
        </p:spPr>
        <p:txBody>
          <a:bodyPr wrap="square" rtlCol="0">
            <a:noAutofit/>
          </a:bodyPr>
          <a:lstStyle/>
          <a:p>
            <a:pPr marL="0" marR="0" lvl="0" indent="0" algn="ctr" defTabSz="228600" rtl="0" eaLnBrk="1" fontAlgn="auto" latinLnBrk="0" hangingPunct="1">
              <a:lnSpc>
                <a:spcPct val="9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003D5A"/>
                </a:solidFill>
                <a:effectLst/>
                <a:uLnTx/>
                <a:uFillTx/>
                <a:latin typeface="Montserrat"/>
                <a:ea typeface="+mn-ea"/>
                <a:cs typeface="+mn-cs"/>
                <a:sym typeface="Trebuchet MS"/>
              </a:rPr>
              <a:t>Near</a:t>
            </a:r>
            <a:endParaRPr kumimoji="0" lang="en-US" sz="2800" b="1" i="0" u="none" strike="noStrike" kern="0" cap="none" spc="0" normalizeH="0" baseline="0" noProof="0">
              <a:ln>
                <a:noFill/>
              </a:ln>
              <a:solidFill>
                <a:srgbClr val="003D5A"/>
              </a:solidFill>
              <a:effectLst/>
              <a:uLnTx/>
              <a:uFillTx/>
              <a:latin typeface="Montserrat"/>
              <a:ea typeface="+mn-ea"/>
              <a:cs typeface="+mn-cs"/>
              <a:sym typeface="Trebuchet MS"/>
            </a:endParaRPr>
          </a:p>
        </p:txBody>
      </p:sp>
      <p:sp>
        <p:nvSpPr>
          <p:cNvPr id="81" name="Oval 80">
            <a:extLst>
              <a:ext uri="{FF2B5EF4-FFF2-40B4-BE49-F238E27FC236}">
                <a16:creationId xmlns:a16="http://schemas.microsoft.com/office/drawing/2014/main" id="{2918829A-9FA4-7C32-283D-87817A361A45}"/>
              </a:ext>
            </a:extLst>
          </p:cNvPr>
          <p:cNvSpPr/>
          <p:nvPr/>
        </p:nvSpPr>
        <p:spPr>
          <a:xfrm>
            <a:off x="6091683" y="2677674"/>
            <a:ext cx="122035" cy="122035"/>
          </a:xfrm>
          <a:prstGeom prst="ellipse">
            <a:avLst/>
          </a:prstGeom>
          <a:solidFill>
            <a:schemeClr val="accent2"/>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pic>
        <p:nvPicPr>
          <p:cNvPr id="84" name="Graphic 83" descr="Marker with solid fill">
            <a:extLst>
              <a:ext uri="{FF2B5EF4-FFF2-40B4-BE49-F238E27FC236}">
                <a16:creationId xmlns:a16="http://schemas.microsoft.com/office/drawing/2014/main" id="{A6C3AC06-A9C1-445C-78DD-3BB7A9E0B6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08763" y="1818099"/>
            <a:ext cx="487875" cy="487875"/>
          </a:xfrm>
          <a:prstGeom prst="rect">
            <a:avLst/>
          </a:prstGeom>
        </p:spPr>
      </p:pic>
      <p:sp>
        <p:nvSpPr>
          <p:cNvPr id="86" name="TextBox 85">
            <a:extLst>
              <a:ext uri="{FF2B5EF4-FFF2-40B4-BE49-F238E27FC236}">
                <a16:creationId xmlns:a16="http://schemas.microsoft.com/office/drawing/2014/main" id="{92278680-7B59-4227-7A3D-F2EA3585EF3A}"/>
              </a:ext>
            </a:extLst>
          </p:cNvPr>
          <p:cNvSpPr txBox="1"/>
          <p:nvPr/>
        </p:nvSpPr>
        <p:spPr>
          <a:xfrm>
            <a:off x="9354939" y="2845977"/>
            <a:ext cx="949568" cy="352831"/>
          </a:xfrm>
          <a:prstGeom prst="rect">
            <a:avLst/>
          </a:prstGeom>
          <a:noFill/>
          <a:ln>
            <a:noFill/>
          </a:ln>
        </p:spPr>
        <p:txBody>
          <a:bodyPr wrap="square" rtlCol="0">
            <a:noAutofit/>
          </a:bodyPr>
          <a:lstStyle/>
          <a:p>
            <a:pPr marL="0" marR="0" lvl="0" indent="0" algn="ctr" defTabSz="228600" rtl="0" eaLnBrk="1" fontAlgn="auto" latinLnBrk="0" hangingPunct="1">
              <a:lnSpc>
                <a:spcPct val="9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003D5A"/>
                </a:solidFill>
                <a:effectLst/>
                <a:uLnTx/>
                <a:uFillTx/>
                <a:latin typeface="Montserrat"/>
                <a:ea typeface="+mn-ea"/>
                <a:cs typeface="+mn-cs"/>
                <a:sym typeface="Trebuchet MS"/>
              </a:rPr>
              <a:t>Next</a:t>
            </a:r>
            <a:endParaRPr kumimoji="0" lang="en-US" sz="2800" b="1" i="0" u="none" strike="noStrike" kern="0" cap="none" spc="0" normalizeH="0" baseline="0" noProof="0">
              <a:ln>
                <a:noFill/>
              </a:ln>
              <a:solidFill>
                <a:srgbClr val="003D5A"/>
              </a:solidFill>
              <a:effectLst/>
              <a:uLnTx/>
              <a:uFillTx/>
              <a:latin typeface="Montserrat"/>
              <a:ea typeface="+mn-ea"/>
              <a:cs typeface="+mn-cs"/>
              <a:sym typeface="Trebuchet MS"/>
            </a:endParaRPr>
          </a:p>
        </p:txBody>
      </p:sp>
      <p:sp>
        <p:nvSpPr>
          <p:cNvPr id="87" name="Oval 86">
            <a:extLst>
              <a:ext uri="{FF2B5EF4-FFF2-40B4-BE49-F238E27FC236}">
                <a16:creationId xmlns:a16="http://schemas.microsoft.com/office/drawing/2014/main" id="{E485FC01-7441-BBF0-0D22-58394CEB1815}"/>
              </a:ext>
            </a:extLst>
          </p:cNvPr>
          <p:cNvSpPr/>
          <p:nvPr/>
        </p:nvSpPr>
        <p:spPr>
          <a:xfrm>
            <a:off x="9768706" y="2677674"/>
            <a:ext cx="122035" cy="122035"/>
          </a:xfrm>
          <a:prstGeom prst="ellipse">
            <a:avLst/>
          </a:prstGeom>
          <a:solidFill>
            <a:schemeClr val="accent3"/>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pic>
        <p:nvPicPr>
          <p:cNvPr id="90" name="Picture 89">
            <a:extLst>
              <a:ext uri="{FF2B5EF4-FFF2-40B4-BE49-F238E27FC236}">
                <a16:creationId xmlns:a16="http://schemas.microsoft.com/office/drawing/2014/main" id="{9961A59E-9AFC-9A48-6A48-00CCCE8B357F}"/>
              </a:ext>
            </a:extLst>
          </p:cNvPr>
          <p:cNvPicPr>
            <a:picLocks noChangeAspect="1"/>
          </p:cNvPicPr>
          <p:nvPr/>
        </p:nvPicPr>
        <p:blipFill>
          <a:blip r:embed="rId9"/>
          <a:stretch>
            <a:fillRect/>
          </a:stretch>
        </p:blipFill>
        <p:spPr>
          <a:xfrm>
            <a:off x="9505111" y="1745468"/>
            <a:ext cx="649224" cy="964943"/>
          </a:xfrm>
          <a:prstGeom prst="rect">
            <a:avLst/>
          </a:prstGeom>
        </p:spPr>
      </p:pic>
      <p:grpSp>
        <p:nvGrpSpPr>
          <p:cNvPr id="94" name="Group 93">
            <a:extLst>
              <a:ext uri="{FF2B5EF4-FFF2-40B4-BE49-F238E27FC236}">
                <a16:creationId xmlns:a16="http://schemas.microsoft.com/office/drawing/2014/main" id="{ED365E9C-9A79-CAC5-1EA4-6A2256061D00}"/>
              </a:ext>
            </a:extLst>
          </p:cNvPr>
          <p:cNvGrpSpPr/>
          <p:nvPr/>
        </p:nvGrpSpPr>
        <p:grpSpPr>
          <a:xfrm>
            <a:off x="9657262" y="1964488"/>
            <a:ext cx="344922" cy="195095"/>
            <a:chOff x="9247145" y="2049216"/>
            <a:chExt cx="344922" cy="195095"/>
          </a:xfrm>
        </p:grpSpPr>
        <p:sp>
          <p:nvSpPr>
            <p:cNvPr id="91" name="Chevron 90">
              <a:extLst>
                <a:ext uri="{FF2B5EF4-FFF2-40B4-BE49-F238E27FC236}">
                  <a16:creationId xmlns:a16="http://schemas.microsoft.com/office/drawing/2014/main" id="{B76DC49D-B413-6860-FDCD-08FD2E598E3A}"/>
                </a:ext>
              </a:extLst>
            </p:cNvPr>
            <p:cNvSpPr/>
            <p:nvPr/>
          </p:nvSpPr>
          <p:spPr>
            <a:xfrm>
              <a:off x="9247145" y="2049216"/>
              <a:ext cx="195095" cy="195095"/>
            </a:xfrm>
            <a:prstGeom prst="chevron">
              <a:avLst/>
            </a:prstGeom>
            <a:solidFill>
              <a:schemeClr val="accent3"/>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92" name="Chevron 91">
              <a:extLst>
                <a:ext uri="{FF2B5EF4-FFF2-40B4-BE49-F238E27FC236}">
                  <a16:creationId xmlns:a16="http://schemas.microsoft.com/office/drawing/2014/main" id="{A6508722-B393-9784-3AAC-ACD7E2FE0F9D}"/>
                </a:ext>
              </a:extLst>
            </p:cNvPr>
            <p:cNvSpPr/>
            <p:nvPr/>
          </p:nvSpPr>
          <p:spPr>
            <a:xfrm>
              <a:off x="9396972" y="2049216"/>
              <a:ext cx="195095" cy="195095"/>
            </a:xfrm>
            <a:prstGeom prst="chevron">
              <a:avLst/>
            </a:prstGeom>
            <a:solidFill>
              <a:schemeClr val="accent3"/>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grpSp>
      <p:pic>
        <p:nvPicPr>
          <p:cNvPr id="95" name="Picture 94">
            <a:extLst>
              <a:ext uri="{FF2B5EF4-FFF2-40B4-BE49-F238E27FC236}">
                <a16:creationId xmlns:a16="http://schemas.microsoft.com/office/drawing/2014/main" id="{6700DD54-85DD-34AC-275D-8F5727F0421A}"/>
              </a:ext>
            </a:extLst>
          </p:cNvPr>
          <p:cNvPicPr>
            <a:picLocks noChangeAspect="1"/>
          </p:cNvPicPr>
          <p:nvPr/>
        </p:nvPicPr>
        <p:blipFill>
          <a:blip r:embed="rId10">
            <a:duotone>
              <a:prstClr val="black"/>
              <a:schemeClr val="accent3">
                <a:tint val="45000"/>
                <a:satMod val="400000"/>
              </a:schemeClr>
            </a:duotone>
          </a:blip>
          <a:stretch>
            <a:fillRect/>
          </a:stretch>
        </p:blipFill>
        <p:spPr>
          <a:xfrm>
            <a:off x="4368693" y="2655407"/>
            <a:ext cx="87942" cy="165833"/>
          </a:xfrm>
          <a:prstGeom prst="rect">
            <a:avLst/>
          </a:prstGeom>
        </p:spPr>
      </p:pic>
      <p:pic>
        <p:nvPicPr>
          <p:cNvPr id="96" name="Picture 95">
            <a:extLst>
              <a:ext uri="{FF2B5EF4-FFF2-40B4-BE49-F238E27FC236}">
                <a16:creationId xmlns:a16="http://schemas.microsoft.com/office/drawing/2014/main" id="{D6870CA2-A6C7-80D1-8918-079FADEF0C23}"/>
              </a:ext>
            </a:extLst>
          </p:cNvPr>
          <p:cNvPicPr>
            <a:picLocks noChangeAspect="1"/>
          </p:cNvPicPr>
          <p:nvPr/>
        </p:nvPicPr>
        <p:blipFill>
          <a:blip r:embed="rId10">
            <a:duotone>
              <a:prstClr val="black"/>
              <a:schemeClr val="accent3">
                <a:tint val="45000"/>
                <a:satMod val="400000"/>
              </a:schemeClr>
            </a:duotone>
          </a:blip>
          <a:stretch>
            <a:fillRect/>
          </a:stretch>
        </p:blipFill>
        <p:spPr>
          <a:xfrm>
            <a:off x="8068389" y="2655407"/>
            <a:ext cx="87942" cy="165833"/>
          </a:xfrm>
          <a:prstGeom prst="rect">
            <a:avLst/>
          </a:prstGeom>
        </p:spPr>
      </p:pic>
      <p:sp>
        <p:nvSpPr>
          <p:cNvPr id="7" name="Text Placeholder 7">
            <a:extLst>
              <a:ext uri="{FF2B5EF4-FFF2-40B4-BE49-F238E27FC236}">
                <a16:creationId xmlns:a16="http://schemas.microsoft.com/office/drawing/2014/main" id="{5C62CAC6-AE20-161B-C265-D1132FB0A204}"/>
              </a:ext>
            </a:extLst>
          </p:cNvPr>
          <p:cNvSpPr txBox="1">
            <a:spLocks/>
          </p:cNvSpPr>
          <p:nvPr/>
        </p:nvSpPr>
        <p:spPr>
          <a:xfrm>
            <a:off x="387869" y="1094619"/>
            <a:ext cx="10661375" cy="341632"/>
          </a:xfrm>
          <a:prstGeom prst="rect">
            <a:avLst/>
          </a:prstGeom>
        </p:spPr>
        <p:txBody>
          <a:bodyPr vert="horz" lIns="91440" tIns="45720" rIns="91440" bIns="45720" rtlCol="0" anchor="t">
            <a:noAutofit/>
          </a:bodyPr>
          <a:lstStyle>
            <a:lvl1pPr marL="0" marR="0" indent="0" algn="l" defTabSz="228600" rtl="0" eaLnBrk="1" latinLnBrk="0" hangingPunct="1">
              <a:lnSpc>
                <a:spcPct val="90000"/>
              </a:lnSpc>
              <a:spcBef>
                <a:spcPts val="1200"/>
              </a:spcBef>
              <a:spcAft>
                <a:spcPts val="0"/>
              </a:spcAft>
              <a:buClrTx/>
              <a:buSzTx/>
              <a:buFont typeface="Arial" panose="020B0604020202020204" pitchFamily="34" charset="0"/>
              <a:buNone/>
              <a:tabLst/>
              <a:defRPr sz="1800" b="1" i="0" u="none" strike="noStrike" cap="none" spc="0" baseline="0">
                <a:ln>
                  <a:noFill/>
                </a:ln>
                <a:solidFill>
                  <a:schemeClr val="tx2"/>
                </a:solidFill>
                <a:uFillTx/>
                <a:latin typeface="+mn-lt"/>
                <a:ea typeface="Trebuchet MS"/>
                <a:cs typeface="Trebuchet MS"/>
                <a:sym typeface="Trebuchet MS"/>
              </a:defRPr>
            </a:lvl1pPr>
            <a:lvl2pPr marL="4572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2pPr>
            <a:lvl3pPr marL="9144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3pPr>
            <a:lvl4pPr marL="13716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4pPr>
            <a:lvl5pPr marL="18288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l" defTabSz="228600" rtl="0" eaLnBrk="1" fontAlgn="auto" latinLnBrk="0" hangingPunct="1">
              <a:lnSpc>
                <a:spcPct val="90000"/>
              </a:lnSpc>
              <a:spcBef>
                <a:spcPts val="12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FFFFFF"/>
                </a:solidFill>
                <a:effectLst/>
                <a:uLnTx/>
                <a:uFillTx/>
                <a:latin typeface="Montserrat Light" pitchFamily="2" charset="0"/>
                <a:sym typeface="Trebuchet MS"/>
              </a:rPr>
              <a:t>Act now and have a plan</a:t>
            </a:r>
          </a:p>
        </p:txBody>
      </p:sp>
      <p:cxnSp>
        <p:nvCxnSpPr>
          <p:cNvPr id="8" name="Straight Connector 7">
            <a:extLst>
              <a:ext uri="{FF2B5EF4-FFF2-40B4-BE49-F238E27FC236}">
                <a16:creationId xmlns:a16="http://schemas.microsoft.com/office/drawing/2014/main" id="{A4495181-1C8D-5DA3-FF55-23260031F142}"/>
              </a:ext>
            </a:extLst>
          </p:cNvPr>
          <p:cNvCxnSpPr>
            <a:cxnSpLocks/>
          </p:cNvCxnSpPr>
          <p:nvPr/>
        </p:nvCxnSpPr>
        <p:spPr>
          <a:xfrm>
            <a:off x="397398" y="960700"/>
            <a:ext cx="11397205" cy="0"/>
          </a:xfrm>
          <a:prstGeom prst="line">
            <a:avLst/>
          </a:prstGeom>
          <a:noFill/>
          <a:ln w="12700" cap="flat">
            <a:solidFill>
              <a:srgbClr val="25E2CC"/>
            </a:solidFill>
            <a:prstDash val="solid"/>
            <a:round/>
          </a:ln>
          <a:effectLst/>
          <a:sp3d/>
        </p:spPr>
        <p:style>
          <a:lnRef idx="0">
            <a:scrgbClr r="0" g="0" b="0"/>
          </a:lnRef>
          <a:fillRef idx="0">
            <a:scrgbClr r="0" g="0" b="0"/>
          </a:fillRef>
          <a:effectRef idx="0">
            <a:scrgbClr r="0" g="0" b="0"/>
          </a:effectRef>
          <a:fontRef idx="none"/>
        </p:style>
      </p:cxnSp>
      <p:sp>
        <p:nvSpPr>
          <p:cNvPr id="9" name="Title 1">
            <a:extLst>
              <a:ext uri="{FF2B5EF4-FFF2-40B4-BE49-F238E27FC236}">
                <a16:creationId xmlns:a16="http://schemas.microsoft.com/office/drawing/2014/main" id="{10DD2E5A-9B9A-B34A-ED55-E18B16A55E61}"/>
              </a:ext>
            </a:extLst>
          </p:cNvPr>
          <p:cNvSpPr txBox="1">
            <a:spLocks/>
          </p:cNvSpPr>
          <p:nvPr/>
        </p:nvSpPr>
        <p:spPr>
          <a:xfrm>
            <a:off x="387870" y="290303"/>
            <a:ext cx="10464432" cy="54598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91440" tIns="45720" rIns="91440" bIns="0" anchor="b">
            <a:noAutofit/>
          </a:bodyPr>
          <a:lstStyle>
            <a:lvl1pPr marL="0" marR="0" indent="0" algn="l" defTabSz="914400" rtl="0" eaLnBrk="1" latinLnBrk="0" hangingPunct="1">
              <a:lnSpc>
                <a:spcPct val="90000"/>
              </a:lnSpc>
              <a:spcBef>
                <a:spcPts val="0"/>
              </a:spcBef>
              <a:spcAft>
                <a:spcPts val="0"/>
              </a:spcAft>
              <a:buClrTx/>
              <a:buSzTx/>
              <a:buFontTx/>
              <a:buNone/>
              <a:tabLst/>
              <a:defRPr kumimoji="0" lang="en-US" sz="3400" b="0" i="0" u="none" strike="noStrike" kern="0" cap="none" spc="0" normalizeH="0" baseline="0">
                <a:ln>
                  <a:noFill/>
                </a:ln>
                <a:solidFill>
                  <a:schemeClr val="tx2"/>
                </a:solidFill>
                <a:effectLst/>
                <a:uLnTx/>
                <a:uFillTx/>
                <a:latin typeface="+mj-lt"/>
                <a:ea typeface="Trebuchet MS"/>
                <a:cs typeface="Trebuchet MS"/>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0" cap="none" spc="0" normalizeH="0" baseline="0" noProof="0">
                <a:ln>
                  <a:noFill/>
                </a:ln>
                <a:solidFill>
                  <a:srgbClr val="FFFFFF"/>
                </a:solidFill>
                <a:effectLst/>
                <a:uLnTx/>
                <a:uFillTx/>
                <a:latin typeface="Montserrat Bold" pitchFamily="2" charset="0"/>
                <a:sym typeface="Trebuchet MS"/>
              </a:rPr>
              <a:t>Intelligent Enterprise Roadmap</a:t>
            </a:r>
            <a:endParaRPr kumimoji="0" lang="en-GB" sz="2800" b="0" i="0" u="none" strike="noStrike" kern="0" cap="none" spc="0" normalizeH="0" baseline="0" noProof="0">
              <a:ln>
                <a:noFill/>
              </a:ln>
              <a:solidFill>
                <a:srgbClr val="FFFFFF"/>
              </a:solidFill>
              <a:effectLst/>
              <a:uLnTx/>
              <a:uFillTx/>
              <a:latin typeface="Montserrat Bold" pitchFamily="2" charset="0"/>
              <a:sym typeface="Trebuchet MS"/>
            </a:endParaRPr>
          </a:p>
        </p:txBody>
      </p:sp>
    </p:spTree>
    <p:extLst>
      <p:ext uri="{BB962C8B-B14F-4D97-AF65-F5344CB8AC3E}">
        <p14:creationId xmlns:p14="http://schemas.microsoft.com/office/powerpoint/2010/main" val="39327254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DC6B-6DCF-6391-A420-BFC8F9ADCC1C}"/>
            </a:ext>
          </a:extLst>
        </p:cNvPr>
        <p:cNvGrpSpPr/>
        <p:nvPr/>
      </p:nvGrpSpPr>
      <p:grpSpPr>
        <a:xfrm>
          <a:off x="0" y="0"/>
          <a:ext cx="0" cy="0"/>
          <a:chOff x="0" y="0"/>
          <a:chExt cx="0" cy="0"/>
        </a:xfrm>
      </p:grpSpPr>
      <p:pic>
        <p:nvPicPr>
          <p:cNvPr id="2" name="Grafik 1">
            <a:extLst>
              <a:ext uri="{FF2B5EF4-FFF2-40B4-BE49-F238E27FC236}">
                <a16:creationId xmlns:a16="http://schemas.microsoft.com/office/drawing/2014/main" id="{DE8A68EE-BC3E-A2F5-01F5-80610A5D1291}"/>
              </a:ext>
            </a:extLst>
          </p:cNvPr>
          <p:cNvPicPr>
            <a:picLocks noChangeAspect="1"/>
          </p:cNvPicPr>
          <p:nvPr/>
        </p:nvPicPr>
        <p:blipFill>
          <a:blip r:embed="rId3" cstate="print">
            <a:extLst>
              <a:ext uri="{28A0092B-C50C-407E-A947-70E740481C1C}">
                <a14:useLocalDpi xmlns:a14="http://schemas.microsoft.com/office/drawing/2010/main" val="0"/>
              </a:ext>
            </a:extLst>
          </a:blip>
          <a:srcRect t="3318" b="3318"/>
          <a:stretch/>
        </p:blipFill>
        <p:spPr>
          <a:xfrm rot="10800000" flipV="1">
            <a:off x="-7762" y="-13562"/>
            <a:ext cx="12192000" cy="6871562"/>
          </a:xfrm>
          <a:prstGeom prst="rect">
            <a:avLst/>
          </a:prstGeom>
        </p:spPr>
      </p:pic>
      <p:sp>
        <p:nvSpPr>
          <p:cNvPr id="20" name="Abgerundetes Rechteck 19">
            <a:extLst>
              <a:ext uri="{FF2B5EF4-FFF2-40B4-BE49-F238E27FC236}">
                <a16:creationId xmlns:a16="http://schemas.microsoft.com/office/drawing/2014/main" id="{4EBF9E9D-453E-5637-98CF-5B065F37866D}"/>
              </a:ext>
            </a:extLst>
          </p:cNvPr>
          <p:cNvSpPr/>
          <p:nvPr/>
        </p:nvSpPr>
        <p:spPr>
          <a:xfrm>
            <a:off x="8059738" y="2120475"/>
            <a:ext cx="3674918" cy="4027487"/>
          </a:xfrm>
          <a:prstGeom prst="roundRect">
            <a:avLst>
              <a:gd name="adj" fmla="val 8054"/>
            </a:avLst>
          </a:prstGeom>
          <a:solidFill>
            <a:schemeClr val="bg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19" name="Abgerundetes Rechteck 18">
            <a:extLst>
              <a:ext uri="{FF2B5EF4-FFF2-40B4-BE49-F238E27FC236}">
                <a16:creationId xmlns:a16="http://schemas.microsoft.com/office/drawing/2014/main" id="{14112D0A-DC15-FE14-60FC-EC8104AE9189}"/>
              </a:ext>
            </a:extLst>
          </p:cNvPr>
          <p:cNvSpPr/>
          <p:nvPr/>
        </p:nvSpPr>
        <p:spPr>
          <a:xfrm>
            <a:off x="4260995" y="2120475"/>
            <a:ext cx="3674918" cy="4027487"/>
          </a:xfrm>
          <a:prstGeom prst="roundRect">
            <a:avLst>
              <a:gd name="adj" fmla="val 8054"/>
            </a:avLst>
          </a:prstGeom>
          <a:solidFill>
            <a:schemeClr val="bg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17" name="Abgerundetes Rechteck 16">
            <a:extLst>
              <a:ext uri="{FF2B5EF4-FFF2-40B4-BE49-F238E27FC236}">
                <a16:creationId xmlns:a16="http://schemas.microsoft.com/office/drawing/2014/main" id="{04F71E02-F6E1-93A8-3F93-24C82B3038A2}"/>
              </a:ext>
            </a:extLst>
          </p:cNvPr>
          <p:cNvSpPr/>
          <p:nvPr/>
        </p:nvSpPr>
        <p:spPr>
          <a:xfrm>
            <a:off x="442911" y="2120475"/>
            <a:ext cx="3674918" cy="4027487"/>
          </a:xfrm>
          <a:prstGeom prst="roundRect">
            <a:avLst>
              <a:gd name="adj" fmla="val 8054"/>
            </a:avLst>
          </a:prstGeom>
          <a:solidFill>
            <a:schemeClr val="bg1"/>
          </a:solidFill>
        </p:spPr>
        <p:txBody>
          <a:bodyPr wrap="square" rtlCol="0" anchor="ctr">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endParaRPr>
          </a:p>
        </p:txBody>
      </p:sp>
      <p:sp>
        <p:nvSpPr>
          <p:cNvPr id="5" name="TextBox 4">
            <a:extLst>
              <a:ext uri="{FF2B5EF4-FFF2-40B4-BE49-F238E27FC236}">
                <a16:creationId xmlns:a16="http://schemas.microsoft.com/office/drawing/2014/main" id="{488D2B75-AAB2-6A1C-4A99-F65A51496D83}"/>
              </a:ext>
            </a:extLst>
          </p:cNvPr>
          <p:cNvSpPr txBox="1"/>
          <p:nvPr/>
        </p:nvSpPr>
        <p:spPr>
          <a:xfrm>
            <a:off x="-1010093" y="3848986"/>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sym typeface="Trebuchet MS"/>
            </a:endParaRPr>
          </a:p>
        </p:txBody>
      </p:sp>
      <p:sp>
        <p:nvSpPr>
          <p:cNvPr id="3" name="TextBox 2">
            <a:extLst>
              <a:ext uri="{FF2B5EF4-FFF2-40B4-BE49-F238E27FC236}">
                <a16:creationId xmlns:a16="http://schemas.microsoft.com/office/drawing/2014/main" id="{B7A516F9-8574-20E7-67CF-42D0551DCFE1}"/>
              </a:ext>
            </a:extLst>
          </p:cNvPr>
          <p:cNvSpPr txBox="1"/>
          <p:nvPr/>
        </p:nvSpPr>
        <p:spPr>
          <a:xfrm>
            <a:off x="-1565564" y="3754582"/>
            <a:ext cx="0" cy="0"/>
          </a:xfrm>
          <a:prstGeom prst="rect">
            <a:avLst/>
          </a:prstGeom>
          <a:noFill/>
          <a:ln>
            <a:noFill/>
          </a:ln>
        </p:spPr>
        <p:txBody>
          <a:bodyPr wrap="non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endParaRPr kumimoji="0" lang="en-US" sz="1400" b="0" i="0" u="none" strike="noStrike" kern="0" cap="none" spc="0" normalizeH="0" baseline="0" noProof="0">
              <a:ln>
                <a:noFill/>
              </a:ln>
              <a:solidFill>
                <a:srgbClr val="2A2B2C"/>
              </a:solidFill>
              <a:effectLst/>
              <a:uLnTx/>
              <a:uFillTx/>
              <a:latin typeface="Montserrat"/>
              <a:ea typeface="+mn-ea"/>
              <a:cs typeface="+mn-cs"/>
              <a:sym typeface="Trebuchet MS"/>
            </a:endParaRPr>
          </a:p>
        </p:txBody>
      </p:sp>
      <p:sp>
        <p:nvSpPr>
          <p:cNvPr id="8" name="TextBox 7">
            <a:extLst>
              <a:ext uri="{FF2B5EF4-FFF2-40B4-BE49-F238E27FC236}">
                <a16:creationId xmlns:a16="http://schemas.microsoft.com/office/drawing/2014/main" id="{D01F7F16-E29F-2E49-762C-A9E1C0ADFFD1}"/>
              </a:ext>
            </a:extLst>
          </p:cNvPr>
          <p:cNvSpPr txBox="1"/>
          <p:nvPr/>
        </p:nvSpPr>
        <p:spPr>
          <a:xfrm>
            <a:off x="4500563" y="5683517"/>
            <a:ext cx="3297382" cy="457200"/>
          </a:xfrm>
          <a:prstGeom prst="rect">
            <a:avLst/>
          </a:prstGeom>
          <a:noFill/>
          <a:ln>
            <a:noFill/>
          </a:ln>
        </p:spPr>
        <p:txBody>
          <a:bodyPr wrap="squar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r>
              <a:rPr kumimoji="0" lang="en-US" sz="1000" b="0" i="0" u="none" strike="noStrike" kern="0" cap="none" spc="0" normalizeH="0" baseline="0" noProof="0">
                <a:ln>
                  <a:noFill/>
                </a:ln>
                <a:solidFill>
                  <a:srgbClr val="F2F2F2">
                    <a:lumMod val="75000"/>
                  </a:srgbClr>
                </a:solidFill>
                <a:effectLst/>
                <a:uLnTx/>
                <a:uFillTx/>
                <a:latin typeface="Montserrat"/>
                <a:ea typeface="+mn-ea"/>
                <a:cs typeface="+mn-cs"/>
                <a:sym typeface="Trebuchet MS"/>
              </a:rPr>
              <a:t>2. IBM Institute for Business Value. Customer service and the generative AI advantage</a:t>
            </a:r>
          </a:p>
        </p:txBody>
      </p:sp>
      <p:sp>
        <p:nvSpPr>
          <p:cNvPr id="10" name="TextBox 9">
            <a:extLst>
              <a:ext uri="{FF2B5EF4-FFF2-40B4-BE49-F238E27FC236}">
                <a16:creationId xmlns:a16="http://schemas.microsoft.com/office/drawing/2014/main" id="{469DF28B-55E0-2DDE-B1A2-19EA24B04739}"/>
              </a:ext>
            </a:extLst>
          </p:cNvPr>
          <p:cNvSpPr txBox="1"/>
          <p:nvPr/>
        </p:nvSpPr>
        <p:spPr>
          <a:xfrm>
            <a:off x="8305801" y="5683517"/>
            <a:ext cx="3167062" cy="457200"/>
          </a:xfrm>
          <a:prstGeom prst="rect">
            <a:avLst/>
          </a:prstGeom>
          <a:noFill/>
          <a:ln>
            <a:noFill/>
          </a:ln>
        </p:spPr>
        <p:txBody>
          <a:bodyPr wrap="squar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r>
              <a:rPr kumimoji="0" lang="en-US" sz="1000" b="0" i="0" u="none" strike="noStrike" kern="0" cap="none" spc="0" normalizeH="0" baseline="0" noProof="0">
                <a:ln>
                  <a:noFill/>
                </a:ln>
                <a:solidFill>
                  <a:srgbClr val="F2F2F2">
                    <a:lumMod val="75000"/>
                  </a:srgbClr>
                </a:solidFill>
                <a:effectLst/>
                <a:uLnTx/>
                <a:uFillTx/>
                <a:latin typeface="Montserrat"/>
                <a:ea typeface="+mn-ea"/>
                <a:cs typeface="+mn-cs"/>
                <a:sym typeface="Trebuchet MS"/>
              </a:rPr>
              <a:t>3. 2</a:t>
            </a:r>
            <a:r>
              <a:rPr kumimoji="0" lang="en-US" sz="1000" b="0" i="0" u="none" strike="noStrike" kern="1200" cap="none" spc="0" normalizeH="0" baseline="0" noProof="0">
                <a:ln>
                  <a:noFill/>
                </a:ln>
                <a:solidFill>
                  <a:srgbClr val="F2F2F2">
                    <a:lumMod val="75000"/>
                  </a:srgbClr>
                </a:solidFill>
                <a:effectLst/>
                <a:uLnTx/>
                <a:uFillTx/>
                <a:latin typeface="Montserrat"/>
                <a:ea typeface="+mn-ea"/>
                <a:cs typeface="+mn-cs"/>
              </a:rPr>
              <a:t>025 KPMG report titled </a:t>
            </a:r>
            <a:r>
              <a:rPr kumimoji="0" lang="en-US" sz="1000" b="0" i="1" u="none" strike="noStrike" kern="1200" cap="none" spc="0" normalizeH="0" baseline="0" noProof="0">
                <a:ln>
                  <a:noFill/>
                </a:ln>
                <a:solidFill>
                  <a:srgbClr val="F2F2F2">
                    <a:lumMod val="75000"/>
                  </a:srgbClr>
                </a:solidFill>
                <a:effectLst/>
                <a:uLnTx/>
                <a:uFillTx/>
                <a:latin typeface="Montserrat"/>
                <a:ea typeface="+mn-ea"/>
                <a:cs typeface="+mn-cs"/>
              </a:rPr>
              <a:t>"The Intelligent Tech Enterprise: A Blueprint for Creating Value Through AI-Driven Transformation</a:t>
            </a:r>
          </a:p>
        </p:txBody>
      </p:sp>
      <p:sp>
        <p:nvSpPr>
          <p:cNvPr id="13" name="TextBox 12">
            <a:extLst>
              <a:ext uri="{FF2B5EF4-FFF2-40B4-BE49-F238E27FC236}">
                <a16:creationId xmlns:a16="http://schemas.microsoft.com/office/drawing/2014/main" id="{5F333239-9921-9E0C-4D7C-33C4AF3250FC}"/>
              </a:ext>
            </a:extLst>
          </p:cNvPr>
          <p:cNvSpPr txBox="1"/>
          <p:nvPr/>
        </p:nvSpPr>
        <p:spPr>
          <a:xfrm>
            <a:off x="696916" y="5683517"/>
            <a:ext cx="3537851" cy="457200"/>
          </a:xfrm>
          <a:prstGeom prst="rect">
            <a:avLst/>
          </a:prstGeom>
          <a:noFill/>
          <a:ln>
            <a:noFill/>
          </a:ln>
        </p:spPr>
        <p:txBody>
          <a:bodyPr wrap="square" rtlCol="0">
            <a:noAutofit/>
          </a:bodyPr>
          <a:lstStyle/>
          <a:p>
            <a:pPr marL="0" marR="0" lvl="0" indent="0" algn="l" defTabSz="228600" rtl="0" eaLnBrk="1" fontAlgn="auto" latinLnBrk="0" hangingPunct="1">
              <a:lnSpc>
                <a:spcPct val="90000"/>
              </a:lnSpc>
              <a:spcBef>
                <a:spcPts val="600"/>
              </a:spcBef>
              <a:spcAft>
                <a:spcPts val="0"/>
              </a:spcAft>
              <a:buClrTx/>
              <a:buSzPct val="100000"/>
              <a:buFontTx/>
              <a:buNone/>
              <a:tabLst/>
              <a:defRPr/>
            </a:pPr>
            <a:r>
              <a:rPr kumimoji="0" lang="en-US" sz="1000" b="0" i="0" u="none" strike="noStrike" kern="0" cap="none" spc="0" normalizeH="0" baseline="0" noProof="0">
                <a:ln>
                  <a:noFill/>
                </a:ln>
                <a:solidFill>
                  <a:srgbClr val="F2F2F2">
                    <a:lumMod val="75000"/>
                  </a:srgbClr>
                </a:solidFill>
                <a:effectLst/>
                <a:uLnTx/>
                <a:uFillTx/>
                <a:latin typeface="Montserrat"/>
                <a:ea typeface="+mn-ea"/>
                <a:cs typeface="+mn-cs"/>
                <a:sym typeface="Trebuchet MS"/>
              </a:rPr>
              <a:t>1. </a:t>
            </a:r>
            <a:r>
              <a:rPr kumimoji="0" lang="en-US" sz="1000" b="0" i="0" u="none" strike="noStrike" kern="1200" cap="none" spc="0" normalizeH="0" baseline="0" noProof="0">
                <a:ln>
                  <a:noFill/>
                </a:ln>
                <a:solidFill>
                  <a:srgbClr val="F2F2F2">
                    <a:lumMod val="75000"/>
                  </a:srgbClr>
                </a:solidFill>
                <a:effectLst/>
                <a:uLnTx/>
                <a:uFillTx/>
                <a:latin typeface="Montserrat"/>
                <a:ea typeface="+mn-ea"/>
                <a:cs typeface="+mn-cs"/>
              </a:rPr>
              <a:t>World Economic Forum. </a:t>
            </a:r>
            <a:r>
              <a:rPr kumimoji="0" lang="en-US" sz="1000" b="0" i="1" u="none" strike="noStrike" kern="1200" cap="none" spc="0" normalizeH="0" baseline="0" noProof="0">
                <a:ln>
                  <a:noFill/>
                </a:ln>
                <a:solidFill>
                  <a:srgbClr val="F2F2F2">
                    <a:lumMod val="75000"/>
                  </a:srgbClr>
                </a:solidFill>
                <a:effectLst/>
                <a:uLnTx/>
                <a:uFillTx/>
                <a:latin typeface="Montserrat"/>
                <a:ea typeface="+mn-ea"/>
                <a:cs typeface="+mn-cs"/>
              </a:rPr>
              <a:t>2025: The year companies prepare to disrupt how work gets done</a:t>
            </a:r>
            <a:r>
              <a:rPr kumimoji="0" lang="en-US" sz="1000" b="0" i="0" u="none" strike="noStrike" kern="1200" cap="none" spc="0" normalizeH="0" baseline="0" noProof="0">
                <a:ln>
                  <a:noFill/>
                </a:ln>
                <a:solidFill>
                  <a:srgbClr val="F2F2F2">
                    <a:lumMod val="75000"/>
                  </a:srgbClr>
                </a:solidFill>
                <a:effectLst/>
                <a:uLnTx/>
                <a:uFillTx/>
                <a:latin typeface="Montserrat"/>
                <a:ea typeface="+mn-ea"/>
                <a:cs typeface="+mn-cs"/>
              </a:rPr>
              <a:t>.</a:t>
            </a:r>
            <a:endParaRPr kumimoji="0" lang="en-US" sz="1000" b="0" i="0" u="none" strike="noStrike" kern="0" cap="none" spc="0" normalizeH="0" baseline="0" noProof="0">
              <a:ln>
                <a:noFill/>
              </a:ln>
              <a:solidFill>
                <a:srgbClr val="F2F2F2">
                  <a:lumMod val="75000"/>
                </a:srgbClr>
              </a:solidFill>
              <a:effectLst/>
              <a:uLnTx/>
              <a:uFillTx/>
              <a:latin typeface="Montserrat"/>
              <a:ea typeface="+mn-ea"/>
              <a:cs typeface="+mn-cs"/>
              <a:sym typeface="Trebuchet MS"/>
            </a:endParaRPr>
          </a:p>
        </p:txBody>
      </p:sp>
      <p:pic>
        <p:nvPicPr>
          <p:cNvPr id="26" name="Grafik 25" descr="Ein Bild, das Mond, Astronomisches Objekt, Astronomisches Ereignis, Kreis enthält.&#10;&#10;KI-generierte Inhalte können fehlerhaft sein.">
            <a:extLst>
              <a:ext uri="{FF2B5EF4-FFF2-40B4-BE49-F238E27FC236}">
                <a16:creationId xmlns:a16="http://schemas.microsoft.com/office/drawing/2014/main" id="{A8008745-72A6-651E-FBCF-897A4087A7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6766" y="1097858"/>
            <a:ext cx="2045234" cy="2045234"/>
          </a:xfrm>
          <a:prstGeom prst="rect">
            <a:avLst/>
          </a:prstGeom>
        </p:spPr>
      </p:pic>
      <p:pic>
        <p:nvPicPr>
          <p:cNvPr id="27" name="Grafik 26" descr="Ein Bild, das Mond, Astronomisches Objekt, Astronomisches Ereignis, Kreis enthält.&#10;&#10;KI-generierte Inhalte können fehlerhaft sein.">
            <a:extLst>
              <a:ext uri="{FF2B5EF4-FFF2-40B4-BE49-F238E27FC236}">
                <a16:creationId xmlns:a16="http://schemas.microsoft.com/office/drawing/2014/main" id="{968858B0-5B50-1821-C7A4-B849BDF350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5621" y="1097858"/>
            <a:ext cx="2045234" cy="2045234"/>
          </a:xfrm>
          <a:prstGeom prst="rect">
            <a:avLst/>
          </a:prstGeom>
        </p:spPr>
      </p:pic>
      <p:pic>
        <p:nvPicPr>
          <p:cNvPr id="28" name="Grafik 27" descr="Ein Bild, das Mond, Astronomisches Objekt, Astronomisches Ereignis, Kreis enthält.&#10;&#10;KI-generierte Inhalte können fehlerhaft sein.">
            <a:extLst>
              <a:ext uri="{FF2B5EF4-FFF2-40B4-BE49-F238E27FC236}">
                <a16:creationId xmlns:a16="http://schemas.microsoft.com/office/drawing/2014/main" id="{5FB0AF7C-0642-6E44-B71E-68F3E7EA3E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66715" y="1097858"/>
            <a:ext cx="2045234" cy="2045234"/>
          </a:xfrm>
          <a:prstGeom prst="rect">
            <a:avLst/>
          </a:prstGeom>
        </p:spPr>
      </p:pic>
      <p:pic>
        <p:nvPicPr>
          <p:cNvPr id="16" name="Picture 15">
            <a:extLst>
              <a:ext uri="{FF2B5EF4-FFF2-40B4-BE49-F238E27FC236}">
                <a16:creationId xmlns:a16="http://schemas.microsoft.com/office/drawing/2014/main" id="{716E72D3-6FC9-6454-B8D2-CDE4D5055AA9}"/>
              </a:ext>
            </a:extLst>
          </p:cNvPr>
          <p:cNvPicPr>
            <a:picLocks noChangeAspect="1"/>
          </p:cNvPicPr>
          <p:nvPr/>
        </p:nvPicPr>
        <p:blipFill>
          <a:blip r:embed="rId5"/>
          <a:stretch>
            <a:fillRect/>
          </a:stretch>
        </p:blipFill>
        <p:spPr>
          <a:xfrm>
            <a:off x="1917211" y="1731573"/>
            <a:ext cx="724344" cy="679831"/>
          </a:xfrm>
          <a:prstGeom prst="rect">
            <a:avLst/>
          </a:prstGeom>
        </p:spPr>
      </p:pic>
      <p:pic>
        <p:nvPicPr>
          <p:cNvPr id="18" name="Picture 17">
            <a:extLst>
              <a:ext uri="{FF2B5EF4-FFF2-40B4-BE49-F238E27FC236}">
                <a16:creationId xmlns:a16="http://schemas.microsoft.com/office/drawing/2014/main" id="{AC198895-232E-DD71-4C62-5C75738DA1C1}"/>
              </a:ext>
            </a:extLst>
          </p:cNvPr>
          <p:cNvPicPr>
            <a:picLocks noChangeAspect="1"/>
          </p:cNvPicPr>
          <p:nvPr/>
        </p:nvPicPr>
        <p:blipFill>
          <a:blip r:embed="rId6"/>
          <a:stretch>
            <a:fillRect/>
          </a:stretch>
        </p:blipFill>
        <p:spPr>
          <a:xfrm>
            <a:off x="5756559" y="1796604"/>
            <a:ext cx="696017" cy="615085"/>
          </a:xfrm>
          <a:prstGeom prst="rect">
            <a:avLst/>
          </a:prstGeom>
        </p:spPr>
      </p:pic>
      <p:pic>
        <p:nvPicPr>
          <p:cNvPr id="21" name="Picture 20">
            <a:extLst>
              <a:ext uri="{FF2B5EF4-FFF2-40B4-BE49-F238E27FC236}">
                <a16:creationId xmlns:a16="http://schemas.microsoft.com/office/drawing/2014/main" id="{BE49B40D-5B56-830F-A73F-48692A84E156}"/>
              </a:ext>
            </a:extLst>
          </p:cNvPr>
          <p:cNvPicPr>
            <a:picLocks noChangeAspect="1"/>
          </p:cNvPicPr>
          <p:nvPr/>
        </p:nvPicPr>
        <p:blipFill>
          <a:blip r:embed="rId7"/>
          <a:stretch>
            <a:fillRect/>
          </a:stretch>
        </p:blipFill>
        <p:spPr>
          <a:xfrm>
            <a:off x="9588992" y="1802879"/>
            <a:ext cx="619132" cy="679831"/>
          </a:xfrm>
          <a:prstGeom prst="rect">
            <a:avLst/>
          </a:prstGeom>
        </p:spPr>
      </p:pic>
      <p:sp>
        <p:nvSpPr>
          <p:cNvPr id="12" name="Text Placeholder 1">
            <a:extLst>
              <a:ext uri="{FF2B5EF4-FFF2-40B4-BE49-F238E27FC236}">
                <a16:creationId xmlns:a16="http://schemas.microsoft.com/office/drawing/2014/main" id="{0D85EBDC-4F9A-F550-9802-1D821A5D0F04}"/>
              </a:ext>
            </a:extLst>
          </p:cNvPr>
          <p:cNvSpPr txBox="1">
            <a:spLocks/>
          </p:cNvSpPr>
          <p:nvPr/>
        </p:nvSpPr>
        <p:spPr>
          <a:xfrm>
            <a:off x="576697" y="2815799"/>
            <a:ext cx="3422505" cy="3329809"/>
          </a:xfrm>
          <a:prstGeom prst="rect">
            <a:avLst/>
          </a:prstGeom>
        </p:spPr>
        <p:txBody>
          <a:bodyPr vert="horz" lIns="91440" tIns="45720" rIns="91440" bIns="45720" rtlCol="0">
            <a:noAutofit/>
          </a:bodyPr>
          <a:lst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tab pos="0" algn="l"/>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15900" algn="l" defTabSz="228600" rtl="0" eaLnBrk="1" latinLnBrk="0" hangingPunct="1">
              <a:lnSpc>
                <a:spcPct val="90000"/>
              </a:lnSpc>
              <a:spcBef>
                <a:spcPts val="800"/>
              </a:spcBef>
              <a:spcAft>
                <a:spcPts val="0"/>
              </a:spcAft>
              <a:buClrTx/>
              <a:buSzPct val="100000"/>
              <a:buFont typeface="Arial"/>
              <a:buNone/>
              <a:tabLst>
                <a:tab pos="0" algn="l"/>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800" b="1" i="0" u="none" strike="noStrike" kern="0" cap="none" spc="0" normalizeH="0" baseline="0" noProof="0">
                <a:ln>
                  <a:noFill/>
                </a:ln>
                <a:solidFill>
                  <a:srgbClr val="003D5A"/>
                </a:solidFill>
                <a:effectLst/>
                <a:uLnTx/>
                <a:uFillTx/>
                <a:latin typeface="Montserrat" pitchFamily="2" charset="77"/>
                <a:sym typeface="Trebuchet MS"/>
              </a:rPr>
              <a:t>Employees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600" b="1" i="0" u="none" strike="noStrike" kern="0" cap="none" spc="0" normalizeH="0" baseline="0" noProof="0">
                <a:ln>
                  <a:noFill/>
                </a:ln>
                <a:solidFill>
                  <a:srgbClr val="003D5A"/>
                </a:solidFill>
                <a:effectLst/>
                <a:uLnTx/>
                <a:uFillTx/>
                <a:latin typeface="Montserrat" pitchFamily="2" charset="77"/>
                <a:sym typeface="Trebuchet MS"/>
              </a:rPr>
              <a:t>70% of the skills used in most jobs will change by 2030, </a:t>
            </a:r>
            <a:r>
              <a:rPr kumimoji="0" lang="en-US" sz="1600" b="0" i="0" u="none" strike="noStrike" kern="0" cap="none" spc="0" normalizeH="0" baseline="0" noProof="0">
                <a:ln>
                  <a:noFill/>
                </a:ln>
                <a:solidFill>
                  <a:srgbClr val="003D5A"/>
                </a:solidFill>
                <a:effectLst/>
                <a:uLnTx/>
                <a:uFillTx/>
                <a:latin typeface="Montserrat" pitchFamily="2" charset="77"/>
                <a:sym typeface="Trebuchet MS"/>
              </a:rPr>
              <a:t>driven largely by the acceleration of AI and digital transformation.</a:t>
            </a:r>
            <a:r>
              <a:rPr kumimoji="0" lang="en-US" sz="1600" b="0" i="0" u="none" strike="noStrike" kern="0" cap="none" spc="0" normalizeH="0" baseline="30000" noProof="0">
                <a:ln>
                  <a:noFill/>
                </a:ln>
                <a:solidFill>
                  <a:srgbClr val="003D5A"/>
                </a:solidFill>
                <a:effectLst/>
                <a:uLnTx/>
                <a:uFillTx/>
                <a:latin typeface="Montserrat" pitchFamily="2" charset="77"/>
                <a:sym typeface="Trebuchet MS"/>
              </a:rPr>
              <a:t>1</a:t>
            </a:r>
          </a:p>
        </p:txBody>
      </p:sp>
      <p:sp>
        <p:nvSpPr>
          <p:cNvPr id="4" name="Text Placeholder 1">
            <a:extLst>
              <a:ext uri="{FF2B5EF4-FFF2-40B4-BE49-F238E27FC236}">
                <a16:creationId xmlns:a16="http://schemas.microsoft.com/office/drawing/2014/main" id="{0D836B68-7A0E-CD40-8B92-01A3102D8183}"/>
              </a:ext>
            </a:extLst>
          </p:cNvPr>
          <p:cNvSpPr txBox="1">
            <a:spLocks/>
          </p:cNvSpPr>
          <p:nvPr/>
        </p:nvSpPr>
        <p:spPr>
          <a:xfrm>
            <a:off x="4383624" y="2815799"/>
            <a:ext cx="3422505" cy="3329809"/>
          </a:xfrm>
          <a:prstGeom prst="rect">
            <a:avLst/>
          </a:prstGeom>
        </p:spPr>
        <p:txBody>
          <a:bodyPr vert="horz" lIns="91440" tIns="45720" rIns="91440" bIns="45720" rtlCol="0" anchor="t">
            <a:noAutofit/>
          </a:bodyPr>
          <a:lst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tab pos="0" algn="l"/>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15900" algn="l" defTabSz="228600" rtl="0" eaLnBrk="1" latinLnBrk="0" hangingPunct="1">
              <a:lnSpc>
                <a:spcPct val="90000"/>
              </a:lnSpc>
              <a:spcBef>
                <a:spcPts val="800"/>
              </a:spcBef>
              <a:spcAft>
                <a:spcPts val="0"/>
              </a:spcAft>
              <a:buClrTx/>
              <a:buSzPct val="100000"/>
              <a:buFont typeface="Arial"/>
              <a:buNone/>
              <a:tabLst>
                <a:tab pos="0" algn="l"/>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800" b="1" i="0" u="none" strike="noStrike" kern="0" cap="none" spc="0" normalizeH="0" baseline="0" noProof="0">
                <a:ln>
                  <a:noFill/>
                </a:ln>
                <a:solidFill>
                  <a:srgbClr val="003D5A"/>
                </a:solidFill>
                <a:effectLst/>
                <a:uLnTx/>
                <a:uFillTx/>
                <a:latin typeface="Montserrat"/>
                <a:sym typeface="Trebuchet MS"/>
              </a:rPr>
              <a:t>Customers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600" b="0" i="0" u="none" strike="noStrike" kern="0" cap="none" spc="0" normalizeH="0" baseline="0" noProof="0">
                <a:ln>
                  <a:noFill/>
                </a:ln>
                <a:solidFill>
                  <a:srgbClr val="003D5A"/>
                </a:solidFill>
                <a:effectLst/>
                <a:uLnTx/>
                <a:uFillTx/>
                <a:latin typeface="Montserrat"/>
                <a:sym typeface="Trebuchet MS"/>
              </a:rPr>
              <a:t>Organizations that are </a:t>
            </a:r>
            <a:r>
              <a:rPr kumimoji="0" lang="en-US" sz="1600" b="1" i="0" u="none" strike="noStrike" kern="0" cap="none" spc="0" normalizeH="0" baseline="0" noProof="0">
                <a:ln>
                  <a:noFill/>
                </a:ln>
                <a:solidFill>
                  <a:srgbClr val="003D5A"/>
                </a:solidFill>
                <a:effectLst/>
                <a:uLnTx/>
                <a:uFillTx/>
                <a:latin typeface="Montserrat"/>
                <a:sym typeface="Trebuchet MS"/>
              </a:rPr>
              <a:t>mature AI adopters </a:t>
            </a:r>
            <a:r>
              <a:rPr kumimoji="0" lang="en-US" sz="1600" b="0" i="0" u="none" strike="noStrike" kern="0" cap="none" spc="0" normalizeH="0" baseline="0" noProof="0">
                <a:ln>
                  <a:noFill/>
                </a:ln>
                <a:solidFill>
                  <a:srgbClr val="003D5A"/>
                </a:solidFill>
                <a:effectLst/>
                <a:uLnTx/>
                <a:uFillTx/>
                <a:latin typeface="Montserrat"/>
                <a:sym typeface="Trebuchet MS"/>
              </a:rPr>
              <a:t>report an </a:t>
            </a:r>
            <a:r>
              <a:rPr kumimoji="0" lang="en-US" sz="1600" b="1" i="0" u="none" strike="noStrike" kern="0" cap="none" spc="0" normalizeH="0" baseline="0" noProof="0">
                <a:ln>
                  <a:noFill/>
                </a:ln>
                <a:solidFill>
                  <a:srgbClr val="003D5A"/>
                </a:solidFill>
                <a:effectLst/>
                <a:uLnTx/>
                <a:uFillTx/>
                <a:latin typeface="Montserrat"/>
                <a:sym typeface="Trebuchet MS"/>
              </a:rPr>
              <a:t>average of 17% higher customer satisfaction </a:t>
            </a:r>
            <a:r>
              <a:rPr kumimoji="0" lang="en-US" sz="1600" b="0" i="0" u="none" strike="noStrike" kern="0" cap="none" spc="0" normalizeH="0" baseline="0" noProof="0">
                <a:ln>
                  <a:noFill/>
                </a:ln>
                <a:solidFill>
                  <a:srgbClr val="003D5A"/>
                </a:solidFill>
                <a:effectLst/>
                <a:uLnTx/>
                <a:uFillTx/>
                <a:latin typeface="Montserrat"/>
                <a:sym typeface="Trebuchet MS"/>
              </a:rPr>
              <a:t>than their peers.</a:t>
            </a:r>
            <a:r>
              <a:rPr kumimoji="0" lang="en-US" sz="1600" b="0" i="0" u="none" strike="noStrike" kern="0" cap="none" spc="0" normalizeH="0" baseline="30000" noProof="0">
                <a:ln>
                  <a:noFill/>
                </a:ln>
                <a:solidFill>
                  <a:srgbClr val="003D5A"/>
                </a:solidFill>
                <a:effectLst/>
                <a:uLnTx/>
                <a:uFillTx/>
                <a:latin typeface="Montserrat"/>
                <a:sym typeface="Trebuchet MS"/>
              </a:rPr>
              <a:t>2</a:t>
            </a:r>
          </a:p>
        </p:txBody>
      </p:sp>
      <p:sp>
        <p:nvSpPr>
          <p:cNvPr id="9" name="Text Placeholder 1">
            <a:extLst>
              <a:ext uri="{FF2B5EF4-FFF2-40B4-BE49-F238E27FC236}">
                <a16:creationId xmlns:a16="http://schemas.microsoft.com/office/drawing/2014/main" id="{47EF18A0-592B-E52D-457E-655F4D6BB8C5}"/>
              </a:ext>
            </a:extLst>
          </p:cNvPr>
          <p:cNvSpPr txBox="1">
            <a:spLocks/>
          </p:cNvSpPr>
          <p:nvPr/>
        </p:nvSpPr>
        <p:spPr>
          <a:xfrm>
            <a:off x="8178079" y="2815799"/>
            <a:ext cx="3422505" cy="3329809"/>
          </a:xfrm>
          <a:prstGeom prst="rect">
            <a:avLst/>
          </a:prstGeom>
        </p:spPr>
        <p:txBody>
          <a:bodyPr vert="horz" lIns="91440" tIns="45720" rIns="91440" bIns="45720" rtlCol="0">
            <a:noAutofit/>
          </a:bodyPr>
          <a:lstStyle>
            <a:lvl1pPr marL="228600" marR="0" indent="-228600" algn="l" defTabSz="228600" rtl="0" eaLnBrk="1" latinLnBrk="0" hangingPunct="1">
              <a:lnSpc>
                <a:spcPct val="90000"/>
              </a:lnSpc>
              <a:spcBef>
                <a:spcPts val="1200"/>
              </a:spcBef>
              <a:spcAft>
                <a:spcPts val="0"/>
              </a:spcAft>
              <a:buClrTx/>
              <a:buSzPct val="100000"/>
              <a:buFont typeface="Arial" panose="020B0604020202020204" pitchFamily="34" charset="0"/>
              <a:buChar char="•"/>
              <a:tabLst>
                <a:tab pos="0" algn="l"/>
              </a:tabLst>
              <a:defRPr sz="18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1pPr>
            <a:lvl2pPr marL="457200" marR="0" indent="-230188"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2pPr>
            <a:lvl3pPr marL="685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3pPr>
            <a:lvl4pPr marL="9144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4pPr>
            <a:lvl5pPr marL="1143000" marR="0" indent="-231775"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1"/>
                </a:solidFill>
                <a:uFillTx/>
                <a:latin typeface="Montserrat" pitchFamily="2" charset="77"/>
                <a:ea typeface="Montserrat" pitchFamily="2" charset="77"/>
                <a:cs typeface="Montserrat" pitchFamily="2" charset="77"/>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tab pos="0" algn="l"/>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15900" algn="l" defTabSz="228600" rtl="0" eaLnBrk="1" latinLnBrk="0" hangingPunct="1">
              <a:lnSpc>
                <a:spcPct val="90000"/>
              </a:lnSpc>
              <a:spcBef>
                <a:spcPts val="800"/>
              </a:spcBef>
              <a:spcAft>
                <a:spcPts val="0"/>
              </a:spcAft>
              <a:buClrTx/>
              <a:buSzPct val="100000"/>
              <a:buFont typeface="Arial"/>
              <a:buNone/>
              <a:tabLst>
                <a:tab pos="0" algn="l"/>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800" b="1" i="0" u="none" strike="noStrike" kern="0" cap="none" spc="0" normalizeH="0" baseline="0" noProof="0">
                <a:ln>
                  <a:noFill/>
                </a:ln>
                <a:solidFill>
                  <a:srgbClr val="003D5A"/>
                </a:solidFill>
                <a:effectLst/>
                <a:uLnTx/>
                <a:uFillTx/>
                <a:latin typeface="Montserrat" pitchFamily="2" charset="77"/>
                <a:sym typeface="Trebuchet MS"/>
              </a:rPr>
              <a:t>Operations</a:t>
            </a:r>
          </a:p>
          <a:p>
            <a:pPr marL="0" marR="0" lvl="0" indent="0" algn="ctr" defTabSz="228600" rtl="0" eaLnBrk="1" fontAlgn="auto" latinLnBrk="0" hangingPunct="1">
              <a:lnSpc>
                <a:spcPct val="100000"/>
              </a:lnSpc>
              <a:spcBef>
                <a:spcPts val="1200"/>
              </a:spcBef>
              <a:spcAft>
                <a:spcPts val="0"/>
              </a:spcAft>
              <a:buClrTx/>
              <a:buSzPct val="100000"/>
              <a:buFont typeface="Arial" panose="020B0604020202020204" pitchFamily="34" charset="0"/>
              <a:buNone/>
              <a:tabLst>
                <a:tab pos="0" algn="l"/>
              </a:tabLst>
              <a:defRPr/>
            </a:pPr>
            <a:r>
              <a:rPr kumimoji="0" lang="en-US" sz="1600" b="1" i="0" u="none" strike="noStrike" kern="0" cap="none" spc="0" normalizeH="0" baseline="0" noProof="0">
                <a:ln>
                  <a:noFill/>
                </a:ln>
                <a:solidFill>
                  <a:srgbClr val="003D5A"/>
                </a:solidFill>
                <a:effectLst/>
                <a:uLnTx/>
                <a:uFillTx/>
                <a:latin typeface="Montserrat" pitchFamily="2" charset="77"/>
                <a:sym typeface="Trebuchet MS"/>
              </a:rPr>
              <a:t>32% revenue growth by integrating AI </a:t>
            </a:r>
            <a:r>
              <a:rPr kumimoji="0" lang="en-US" sz="1600" b="0" i="0" u="none" strike="noStrike" kern="0" cap="none" spc="0" normalizeH="0" baseline="0" noProof="0">
                <a:ln>
                  <a:noFill/>
                </a:ln>
                <a:solidFill>
                  <a:srgbClr val="003D5A"/>
                </a:solidFill>
                <a:effectLst/>
                <a:uLnTx/>
                <a:uFillTx/>
                <a:latin typeface="Montserrat" pitchFamily="2" charset="77"/>
                <a:sym typeface="Trebuchet MS"/>
              </a:rPr>
              <a:t>into customer experience operations.</a:t>
            </a:r>
            <a:r>
              <a:rPr kumimoji="0" lang="en-US" sz="1600" b="0" i="0" u="none" strike="noStrike" kern="0" cap="none" spc="0" normalizeH="0" baseline="30000" noProof="0">
                <a:ln>
                  <a:noFill/>
                </a:ln>
                <a:solidFill>
                  <a:srgbClr val="003D5A"/>
                </a:solidFill>
                <a:effectLst/>
                <a:uLnTx/>
                <a:uFillTx/>
                <a:latin typeface="Montserrat" pitchFamily="2" charset="77"/>
                <a:sym typeface="Trebuchet MS"/>
              </a:rPr>
              <a:t> 3</a:t>
            </a:r>
            <a:endParaRPr kumimoji="0" lang="en-US" sz="1600" b="0" i="0" u="none" strike="noStrike" kern="0" cap="none" spc="0" normalizeH="0" baseline="0" noProof="0">
              <a:ln>
                <a:noFill/>
              </a:ln>
              <a:solidFill>
                <a:srgbClr val="003D5A"/>
              </a:solidFill>
              <a:effectLst/>
              <a:uLnTx/>
              <a:uFillTx/>
              <a:latin typeface="Montserrat" pitchFamily="2" charset="77"/>
              <a:sym typeface="Trebuchet MS"/>
            </a:endParaRPr>
          </a:p>
        </p:txBody>
      </p:sp>
      <p:pic>
        <p:nvPicPr>
          <p:cNvPr id="6" name="Picture 5">
            <a:extLst>
              <a:ext uri="{FF2B5EF4-FFF2-40B4-BE49-F238E27FC236}">
                <a16:creationId xmlns:a16="http://schemas.microsoft.com/office/drawing/2014/main" id="{4753B081-D7FD-C534-1C74-12BB757E14A7}"/>
              </a:ext>
            </a:extLst>
          </p:cNvPr>
          <p:cNvPicPr/>
          <p:nvPr/>
        </p:nvPicPr>
        <p:blipFill>
          <a:blip r:embed="rId8"/>
          <a:stretch>
            <a:fillRect/>
          </a:stretch>
        </p:blipFill>
        <p:spPr>
          <a:xfrm>
            <a:off x="11639640" y="6562553"/>
            <a:ext cx="430331" cy="209917"/>
          </a:xfrm>
          <a:prstGeom prst="rect">
            <a:avLst/>
          </a:prstGeom>
        </p:spPr>
      </p:pic>
      <p:sp>
        <p:nvSpPr>
          <p:cNvPr id="11" name="Slide Number">
            <a:extLst>
              <a:ext uri="{FF2B5EF4-FFF2-40B4-BE49-F238E27FC236}">
                <a16:creationId xmlns:a16="http://schemas.microsoft.com/office/drawing/2014/main" id="{BBDB4C03-C500-F85B-C42A-FB9EDE113136}"/>
              </a:ext>
            </a:extLst>
          </p:cNvPr>
          <p:cNvSpPr txBox="1"/>
          <p:nvPr/>
        </p:nvSpPr>
        <p:spPr>
          <a:xfrm>
            <a:off x="8225676" y="6574575"/>
            <a:ext cx="3355065" cy="200051"/>
          </a:xfrm>
          <a:prstGeom prst="rect">
            <a:avLst/>
          </a:prstGeom>
          <a:ln w="12700">
            <a:miter lim="400000"/>
          </a:ln>
        </p:spPr>
        <p:txBody>
          <a:bodyPr wrap="square" lIns="45718" tIns="45718" rIns="45718" bIns="45718"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Montserrat"/>
                <a:cs typeface="Arial Narrow" panose="020B0604020202020204" pitchFamily="34" charset="0"/>
                <a:sym typeface="Trebuchet MS"/>
              </a:rPr>
              <a:t>© 2025 Concentrix Corp. All rights reserved. Confidential and proprietary.</a:t>
            </a:r>
          </a:p>
        </p:txBody>
      </p:sp>
      <p:sp>
        <p:nvSpPr>
          <p:cNvPr id="15" name="Text Placeholder 7">
            <a:extLst>
              <a:ext uri="{FF2B5EF4-FFF2-40B4-BE49-F238E27FC236}">
                <a16:creationId xmlns:a16="http://schemas.microsoft.com/office/drawing/2014/main" id="{D89D6E04-8393-91AC-B83C-5EE1B45A955F}"/>
              </a:ext>
            </a:extLst>
          </p:cNvPr>
          <p:cNvSpPr txBox="1">
            <a:spLocks/>
          </p:cNvSpPr>
          <p:nvPr/>
        </p:nvSpPr>
        <p:spPr>
          <a:xfrm>
            <a:off x="387869" y="1094619"/>
            <a:ext cx="10661375" cy="341632"/>
          </a:xfrm>
          <a:prstGeom prst="rect">
            <a:avLst/>
          </a:prstGeom>
        </p:spPr>
        <p:txBody>
          <a:bodyPr vert="horz" lIns="91440" tIns="45720" rIns="91440" bIns="45720" rtlCol="0" anchor="t">
            <a:noAutofit/>
          </a:bodyPr>
          <a:lstStyle>
            <a:lvl1pPr marL="0" marR="0" indent="0" algn="l" defTabSz="228600" rtl="0" eaLnBrk="1" latinLnBrk="0" hangingPunct="1">
              <a:lnSpc>
                <a:spcPct val="90000"/>
              </a:lnSpc>
              <a:spcBef>
                <a:spcPts val="1200"/>
              </a:spcBef>
              <a:spcAft>
                <a:spcPts val="0"/>
              </a:spcAft>
              <a:buClrTx/>
              <a:buSzTx/>
              <a:buFont typeface="Arial" panose="020B0604020202020204" pitchFamily="34" charset="0"/>
              <a:buNone/>
              <a:tabLst/>
              <a:defRPr sz="1800" b="1" i="0" u="none" strike="noStrike" cap="none" spc="0" baseline="0">
                <a:ln>
                  <a:noFill/>
                </a:ln>
                <a:solidFill>
                  <a:schemeClr val="tx2"/>
                </a:solidFill>
                <a:uFillTx/>
                <a:latin typeface="+mn-lt"/>
                <a:ea typeface="Trebuchet MS"/>
                <a:cs typeface="Trebuchet MS"/>
                <a:sym typeface="Trebuchet MS"/>
              </a:defRPr>
            </a:lvl1pPr>
            <a:lvl2pPr marL="4572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2pPr>
            <a:lvl3pPr marL="9144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3pPr>
            <a:lvl4pPr marL="13716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4pPr>
            <a:lvl5pPr marL="1828800" marR="0" indent="0" algn="l" defTabSz="228600" rtl="0" eaLnBrk="1" latinLnBrk="0" hangingPunct="1">
              <a:lnSpc>
                <a:spcPct val="90000"/>
              </a:lnSpc>
              <a:spcBef>
                <a:spcPts val="800"/>
              </a:spcBef>
              <a:spcAft>
                <a:spcPts val="0"/>
              </a:spcAft>
              <a:buClrTx/>
              <a:buSzPct val="100000"/>
              <a:buFontTx/>
              <a:buNone/>
              <a:tabLst/>
              <a:defRPr sz="1600" b="0" i="0" u="none" strike="noStrike" cap="none" spc="0" baseline="0">
                <a:ln>
                  <a:noFill/>
                </a:ln>
                <a:solidFill>
                  <a:schemeClr val="accent1"/>
                </a:solidFill>
                <a:uFillTx/>
                <a:latin typeface="+mn-lt"/>
                <a:ea typeface="Trebuchet MS"/>
                <a:cs typeface="Trebuchet MS"/>
                <a:sym typeface="Trebuchet MS"/>
              </a:defRPr>
            </a:lvl5pPr>
            <a:lvl6pPr marL="13716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6pPr>
            <a:lvl7pPr marL="16002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7pPr>
            <a:lvl8pPr marL="1828800" marR="0" indent="-228600" algn="l" defTabSz="228600" rtl="0" eaLnBrk="1" latinLnBrk="0" hangingPunct="1">
              <a:lnSpc>
                <a:spcPct val="90000"/>
              </a:lnSpc>
              <a:spcBef>
                <a:spcPts val="800"/>
              </a:spcBef>
              <a:spcAft>
                <a:spcPts val="0"/>
              </a:spcAft>
              <a:buClrTx/>
              <a:buSzPct val="100000"/>
              <a:buFont typeface="Arial" panose="020B0604020202020204" pitchFamily="34" charset="0"/>
              <a:buChar char="–"/>
              <a:tabLst/>
              <a:defRPr sz="1600" b="0" i="0" u="none" strike="noStrike" cap="none" spc="0" baseline="0">
                <a:ln>
                  <a:noFill/>
                </a:ln>
                <a:solidFill>
                  <a:schemeClr val="tx2"/>
                </a:solidFill>
                <a:uFillTx/>
                <a:latin typeface="+mn-lt"/>
                <a:ea typeface="Trebuchet MS"/>
                <a:cs typeface="Trebuchet MS"/>
                <a:sym typeface="Trebuchet MS"/>
              </a:defRPr>
            </a:lvl8pPr>
            <a:lvl9pPr marL="2057400" marR="0" indent="-228600" algn="l" defTabSz="228600" rtl="0" eaLnBrk="1" latinLnBrk="0" hangingPunct="1">
              <a:lnSpc>
                <a:spcPct val="90000"/>
              </a:lnSpc>
              <a:spcBef>
                <a:spcPts val="800"/>
              </a:spcBef>
              <a:spcAft>
                <a:spcPts val="0"/>
              </a:spcAft>
              <a:buClrTx/>
              <a:buSzPct val="100000"/>
              <a:buFont typeface="Arial"/>
              <a:buChar char="•"/>
              <a:tabLst/>
              <a:defRPr sz="1600" b="0" i="0" u="none" strike="noStrike" cap="none" spc="0" baseline="0">
                <a:ln>
                  <a:noFill/>
                </a:ln>
                <a:solidFill>
                  <a:schemeClr val="tx2"/>
                </a:solidFill>
                <a:uFillTx/>
                <a:latin typeface="+mn-lt"/>
                <a:ea typeface="Trebuchet MS"/>
                <a:cs typeface="Trebuchet MS"/>
                <a:sym typeface="Trebuchet MS"/>
              </a:defRPr>
            </a:lvl9pPr>
          </a:lstStyle>
          <a:p>
            <a:pPr marL="0" marR="0" lvl="0" indent="0" algn="l" defTabSz="228600" rtl="0" eaLnBrk="1" fontAlgn="auto" latinLnBrk="0" hangingPunct="1">
              <a:lnSpc>
                <a:spcPct val="90000"/>
              </a:lnSpc>
              <a:spcBef>
                <a:spcPts val="12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FFFFFF"/>
                </a:solidFill>
                <a:effectLst/>
                <a:uLnTx/>
                <a:uFillTx/>
                <a:latin typeface="Montserrat Light" pitchFamily="2" charset="0"/>
                <a:sym typeface="Trebuchet MS"/>
              </a:rPr>
              <a:t>The future of work requires intelligent AI integration</a:t>
            </a:r>
          </a:p>
        </p:txBody>
      </p:sp>
      <p:cxnSp>
        <p:nvCxnSpPr>
          <p:cNvPr id="22" name="Straight Connector 21">
            <a:extLst>
              <a:ext uri="{FF2B5EF4-FFF2-40B4-BE49-F238E27FC236}">
                <a16:creationId xmlns:a16="http://schemas.microsoft.com/office/drawing/2014/main" id="{64BDF564-169F-70AC-8355-3A3A51126458}"/>
              </a:ext>
            </a:extLst>
          </p:cNvPr>
          <p:cNvCxnSpPr>
            <a:cxnSpLocks/>
          </p:cNvCxnSpPr>
          <p:nvPr/>
        </p:nvCxnSpPr>
        <p:spPr>
          <a:xfrm>
            <a:off x="397398" y="960700"/>
            <a:ext cx="11397205" cy="0"/>
          </a:xfrm>
          <a:prstGeom prst="line">
            <a:avLst/>
          </a:prstGeom>
          <a:noFill/>
          <a:ln w="12700" cap="flat">
            <a:solidFill>
              <a:srgbClr val="25E2CC"/>
            </a:solidFill>
            <a:prstDash val="solid"/>
            <a:round/>
          </a:ln>
          <a:effectLst/>
          <a:sp3d/>
        </p:spPr>
        <p:style>
          <a:lnRef idx="0">
            <a:scrgbClr r="0" g="0" b="0"/>
          </a:lnRef>
          <a:fillRef idx="0">
            <a:scrgbClr r="0" g="0" b="0"/>
          </a:fillRef>
          <a:effectRef idx="0">
            <a:scrgbClr r="0" g="0" b="0"/>
          </a:effectRef>
          <a:fontRef idx="none"/>
        </p:style>
      </p:cxnSp>
      <p:sp>
        <p:nvSpPr>
          <p:cNvPr id="23" name="Title 1">
            <a:extLst>
              <a:ext uri="{FF2B5EF4-FFF2-40B4-BE49-F238E27FC236}">
                <a16:creationId xmlns:a16="http://schemas.microsoft.com/office/drawing/2014/main" id="{FDB8CC60-82AE-5234-1810-705FC8F348FD}"/>
              </a:ext>
            </a:extLst>
          </p:cNvPr>
          <p:cNvSpPr txBox="1">
            <a:spLocks/>
          </p:cNvSpPr>
          <p:nvPr/>
        </p:nvSpPr>
        <p:spPr>
          <a:xfrm>
            <a:off x="387870" y="290303"/>
            <a:ext cx="10464432" cy="54598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91440" tIns="45720" rIns="91440" bIns="0" anchor="b">
            <a:noAutofit/>
          </a:bodyPr>
          <a:lstStyle>
            <a:lvl1pPr marL="0" marR="0" indent="0" algn="l" defTabSz="914400" rtl="0" eaLnBrk="1" latinLnBrk="0" hangingPunct="1">
              <a:lnSpc>
                <a:spcPct val="90000"/>
              </a:lnSpc>
              <a:spcBef>
                <a:spcPts val="0"/>
              </a:spcBef>
              <a:spcAft>
                <a:spcPts val="0"/>
              </a:spcAft>
              <a:buClrTx/>
              <a:buSzTx/>
              <a:buFontTx/>
              <a:buNone/>
              <a:tabLst/>
              <a:defRPr kumimoji="0" lang="en-US" sz="3400" b="0" i="0" u="none" strike="noStrike" kern="0" cap="none" spc="0" normalizeH="0" baseline="0">
                <a:ln>
                  <a:noFill/>
                </a:ln>
                <a:solidFill>
                  <a:schemeClr val="tx2"/>
                </a:solidFill>
                <a:effectLst/>
                <a:uLnTx/>
                <a:uFillTx/>
                <a:latin typeface="+mj-lt"/>
                <a:ea typeface="Trebuchet MS"/>
                <a:cs typeface="Trebuchet MS"/>
                <a:sym typeface="Trebuchet MS"/>
              </a:defRPr>
            </a:lvl1pPr>
            <a:lvl2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2pPr>
            <a:lvl3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3pPr>
            <a:lvl4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4pPr>
            <a:lvl5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5pPr>
            <a:lvl6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6pPr>
            <a:lvl7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7pPr>
            <a:lvl8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8pPr>
            <a:lvl9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ln>
                  <a:noFill/>
                </a:ln>
                <a:solidFill>
                  <a:srgbClr val="000000"/>
                </a:solidFill>
                <a:uFillTx/>
                <a:latin typeface="Trebuchet MS"/>
                <a:ea typeface="Trebuchet MS"/>
                <a:cs typeface="Trebuchet MS"/>
                <a:sym typeface="Trebuchet MS"/>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0" cap="none" spc="0" normalizeH="0" baseline="0" noProof="0">
                <a:ln>
                  <a:noFill/>
                </a:ln>
                <a:solidFill>
                  <a:srgbClr val="FFFFFF"/>
                </a:solidFill>
                <a:effectLst/>
                <a:uLnTx/>
                <a:uFillTx/>
                <a:latin typeface="Montserrat Bold" pitchFamily="2" charset="0"/>
                <a:sym typeface="Trebuchet MS"/>
              </a:rPr>
              <a:t>Acceleration and Scale Everywhere All at Once</a:t>
            </a:r>
            <a:endParaRPr kumimoji="0" lang="en-GB" sz="2800" b="0" i="0" u="none" strike="noStrike" kern="0" cap="none" spc="0" normalizeH="0" baseline="0" noProof="0">
              <a:ln>
                <a:noFill/>
              </a:ln>
              <a:solidFill>
                <a:srgbClr val="FFFFFF"/>
              </a:solidFill>
              <a:effectLst/>
              <a:uLnTx/>
              <a:uFillTx/>
              <a:latin typeface="Montserrat Bold" pitchFamily="2" charset="0"/>
              <a:sym typeface="Trebuchet MS"/>
            </a:endParaRPr>
          </a:p>
        </p:txBody>
      </p:sp>
      <p:pic>
        <p:nvPicPr>
          <p:cNvPr id="52" name="Picture 51">
            <a:extLst>
              <a:ext uri="{FF2B5EF4-FFF2-40B4-BE49-F238E27FC236}">
                <a16:creationId xmlns:a16="http://schemas.microsoft.com/office/drawing/2014/main" id="{00808A4B-7C98-0ED4-252F-66F6361170AB}"/>
              </a:ext>
            </a:extLst>
          </p:cNvPr>
          <p:cNvPicPr>
            <a:picLocks noChangeAspect="1"/>
          </p:cNvPicPr>
          <p:nvPr/>
        </p:nvPicPr>
        <p:blipFill>
          <a:blip r:embed="rId9"/>
          <a:stretch>
            <a:fillRect/>
          </a:stretch>
        </p:blipFill>
        <p:spPr>
          <a:xfrm>
            <a:off x="166562" y="6540398"/>
            <a:ext cx="1038632" cy="165325"/>
          </a:xfrm>
          <a:prstGeom prst="rect">
            <a:avLst/>
          </a:prstGeom>
        </p:spPr>
      </p:pic>
    </p:spTree>
    <p:extLst>
      <p:ext uri="{BB962C8B-B14F-4D97-AF65-F5344CB8AC3E}">
        <p14:creationId xmlns:p14="http://schemas.microsoft.com/office/powerpoint/2010/main" val="33096174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1C0EF0-A4F0-A34F-F249-34CA62FB0FD2}"/>
              </a:ext>
            </a:extLst>
          </p:cNvPr>
          <p:cNvSpPr txBox="1"/>
          <p:nvPr/>
        </p:nvSpPr>
        <p:spPr>
          <a:xfrm>
            <a:off x="1616149" y="2317898"/>
            <a:ext cx="2275367" cy="680483"/>
          </a:xfrm>
          <a:prstGeom prst="rect">
            <a:avLst/>
          </a:prstGeom>
          <a:noFill/>
          <a:ln>
            <a:noFill/>
          </a:ln>
        </p:spPr>
        <p:txBody>
          <a:bodyPr wrap="square" rtlCol="0">
            <a:noAutofit/>
          </a:bodyPr>
          <a:lstStyle/>
          <a:p>
            <a:pPr algn="l" defTabSz="228600">
              <a:lnSpc>
                <a:spcPct val="90000"/>
              </a:lnSpc>
              <a:spcBef>
                <a:spcPts val="600"/>
              </a:spcBef>
              <a:buSzPct val="100000"/>
            </a:pPr>
            <a:r>
              <a:rPr lang="en-GB" sz="6000" kern="0" dirty="0">
                <a:solidFill>
                  <a:srgbClr val="7CEEE0"/>
                </a:solidFill>
                <a:latin typeface="+mj-lt"/>
                <a:sym typeface="Trebuchet MS"/>
              </a:rPr>
              <a:t>…</a:t>
            </a:r>
          </a:p>
        </p:txBody>
      </p:sp>
    </p:spTree>
    <p:extLst>
      <p:ext uri="{BB962C8B-B14F-4D97-AF65-F5344CB8AC3E}">
        <p14:creationId xmlns:p14="http://schemas.microsoft.com/office/powerpoint/2010/main" val="3917742062"/>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EMPLAFYSLIDEID" val="638312356390584470"/>
</p:tagLst>
</file>

<file path=ppt/theme/theme1.xml><?xml version="1.0" encoding="utf-8"?>
<a:theme xmlns:a="http://schemas.openxmlformats.org/drawingml/2006/main" name="1_CNX Newco brand">
  <a:themeElements>
    <a:clrScheme name="Custom 5">
      <a:dk1>
        <a:srgbClr val="2A2B2C"/>
      </a:dk1>
      <a:lt1>
        <a:srgbClr val="FFFFFF"/>
      </a:lt1>
      <a:dk2>
        <a:srgbClr val="003D5B"/>
      </a:dk2>
      <a:lt2>
        <a:srgbClr val="F2F2F2"/>
      </a:lt2>
      <a:accent1>
        <a:srgbClr val="003D5A"/>
      </a:accent1>
      <a:accent2>
        <a:srgbClr val="00737F"/>
      </a:accent2>
      <a:accent3>
        <a:srgbClr val="25E2CC"/>
      </a:accent3>
      <a:accent4>
        <a:srgbClr val="FBCA18"/>
      </a:accent4>
      <a:accent5>
        <a:srgbClr val="FF8400"/>
      </a:accent5>
      <a:accent6>
        <a:srgbClr val="CC3262"/>
      </a:accent6>
      <a:hlink>
        <a:srgbClr val="007380"/>
      </a:hlink>
      <a:folHlink>
        <a:srgbClr val="25E2CC"/>
      </a:folHlink>
    </a:clrScheme>
    <a:fontScheme name="CNX 2024">
      <a:majorFont>
        <a:latin typeface="Montserrat ExtraBold"/>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spPr>
      <a:bodyPr wrap="square" rtlCol="0" anchor="ctr">
        <a:noAutofit/>
      </a:bodyPr>
      <a:lstStyle>
        <a:defPPr algn="l">
          <a:lnSpc>
            <a:spcPct val="90000"/>
          </a:lnSpc>
          <a:defRPr sz="1400" kern="0" dirty="0"/>
        </a:defPPr>
      </a:lstStyle>
    </a:spDef>
    <a:lnDef>
      <a:spPr>
        <a:noFill/>
        <a:ln w="12700" cap="flat">
          <a:solidFill>
            <a:schemeClr val="tx2"/>
          </a:solidFill>
          <a:prstDash val="solid"/>
          <a:round/>
        </a:ln>
        <a:effectLst/>
        <a:sp3d/>
      </a:spPr>
      <a:bodyPr/>
      <a:lstStyle/>
      <a:style>
        <a:lnRef idx="0">
          <a:scrgbClr r="0" g="0" b="0"/>
        </a:lnRef>
        <a:fillRef idx="0">
          <a:scrgbClr r="0" g="0" b="0"/>
        </a:fillRef>
        <a:effectRef idx="0">
          <a:scrgbClr r="0" g="0" b="0"/>
        </a:effectRef>
        <a:fontRef idx="none"/>
      </a:style>
    </a:lnDef>
    <a:txDef>
      <a:spPr>
        <a:noFill/>
        <a:ln>
          <a:noFill/>
        </a:ln>
      </a:spPr>
      <a:bodyPr wrap="square" rtlCol="0">
        <a:noAutofit/>
      </a:bodyPr>
      <a:lstStyle>
        <a:defPPr algn="l" defTabSz="228600">
          <a:lnSpc>
            <a:spcPct val="90000"/>
          </a:lnSpc>
          <a:spcBef>
            <a:spcPts val="600"/>
          </a:spcBef>
          <a:buSzPct val="100000"/>
          <a:defRPr sz="1400" kern="0" dirty="0" err="1" smtClean="0">
            <a:sym typeface="Trebuchet MS"/>
          </a:defRPr>
        </a:defPPr>
      </a:lstStyle>
    </a:txDef>
  </a:objectDefaults>
  <a:extraClrSchemeLst/>
  <a:extLst>
    <a:ext uri="{05A4C25C-085E-4340-85A3-A5531E510DB2}">
      <thm15:themeFamily xmlns:thm15="http://schemas.microsoft.com/office/thememl/2012/main" name="CNX2024-DeckTemplate_Blank" id="{8FECF2A0-2C3A-394D-AF97-FFEF9E79254A}" vid="{6FEC56C7-4B98-7C4D-BF35-E8EB96CFF4BA}"/>
    </a:ext>
  </a:extLst>
</a:theme>
</file>

<file path=ppt/theme/theme2.xml><?xml version="1.0" encoding="utf-8"?>
<a:theme xmlns:a="http://schemas.openxmlformats.org/drawingml/2006/main" name="2_CNX Newco brand">
  <a:themeElements>
    <a:clrScheme name="Custom 5">
      <a:dk1>
        <a:srgbClr val="2A2B2C"/>
      </a:dk1>
      <a:lt1>
        <a:srgbClr val="FFFFFF"/>
      </a:lt1>
      <a:dk2>
        <a:srgbClr val="003D5B"/>
      </a:dk2>
      <a:lt2>
        <a:srgbClr val="F2F2F2"/>
      </a:lt2>
      <a:accent1>
        <a:srgbClr val="003D5A"/>
      </a:accent1>
      <a:accent2>
        <a:srgbClr val="00737F"/>
      </a:accent2>
      <a:accent3>
        <a:srgbClr val="25E2CC"/>
      </a:accent3>
      <a:accent4>
        <a:srgbClr val="FBCA18"/>
      </a:accent4>
      <a:accent5>
        <a:srgbClr val="FF8400"/>
      </a:accent5>
      <a:accent6>
        <a:srgbClr val="CC3262"/>
      </a:accent6>
      <a:hlink>
        <a:srgbClr val="007380"/>
      </a:hlink>
      <a:folHlink>
        <a:srgbClr val="25E2CC"/>
      </a:folHlink>
    </a:clrScheme>
    <a:fontScheme name="CNX 2024">
      <a:majorFont>
        <a:latin typeface="Montserrat ExtraBold"/>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spPr>
      <a:bodyPr wrap="square" rtlCol="0" anchor="ctr">
        <a:noAutofit/>
      </a:bodyPr>
      <a:lstStyle>
        <a:defPPr algn="l">
          <a:lnSpc>
            <a:spcPct val="90000"/>
          </a:lnSpc>
          <a:defRPr sz="1400" kern="0" dirty="0"/>
        </a:defPPr>
      </a:lstStyle>
    </a:spDef>
    <a:lnDef>
      <a:spPr>
        <a:noFill/>
        <a:ln w="12700" cap="flat">
          <a:solidFill>
            <a:schemeClr val="tx2"/>
          </a:solidFill>
          <a:prstDash val="solid"/>
          <a:round/>
        </a:ln>
        <a:effectLst/>
        <a:sp3d/>
      </a:spPr>
      <a:bodyPr/>
      <a:lstStyle/>
      <a:style>
        <a:lnRef idx="0">
          <a:scrgbClr r="0" g="0" b="0"/>
        </a:lnRef>
        <a:fillRef idx="0">
          <a:scrgbClr r="0" g="0" b="0"/>
        </a:fillRef>
        <a:effectRef idx="0">
          <a:scrgbClr r="0" g="0" b="0"/>
        </a:effectRef>
        <a:fontRef idx="none"/>
      </a:style>
    </a:lnDef>
    <a:txDef>
      <a:spPr>
        <a:noFill/>
        <a:ln>
          <a:noFill/>
        </a:ln>
      </a:spPr>
      <a:bodyPr wrap="square" rtlCol="0">
        <a:noAutofit/>
      </a:bodyPr>
      <a:lstStyle>
        <a:defPPr algn="l" defTabSz="228600">
          <a:lnSpc>
            <a:spcPct val="90000"/>
          </a:lnSpc>
          <a:spcBef>
            <a:spcPts val="600"/>
          </a:spcBef>
          <a:buSzPct val="100000"/>
          <a:defRPr sz="1400" kern="0" dirty="0" err="1" smtClean="0">
            <a:sym typeface="Trebuchet MS"/>
          </a:defRPr>
        </a:defPPr>
      </a:lstStyle>
    </a:txDef>
  </a:objectDefaults>
  <a:extraClrSchemeLst/>
  <a:extLst>
    <a:ext uri="{05A4C25C-085E-4340-85A3-A5531E510DB2}">
      <thm15:themeFamily xmlns:thm15="http://schemas.microsoft.com/office/thememl/2012/main" name="CNX2025-DeckTemplate_Blank" id="{A0093080-7607-3A4F-AC2E-B84F603F97C2}" vid="{5399E01B-8D74-0A42-8EFE-D08A1CBEA961}"/>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CNX-NewCo_brand">
  <a:themeElements>
    <a:clrScheme name="Custom 4">
      <a:dk1>
        <a:srgbClr val="2A2B2C"/>
      </a:dk1>
      <a:lt1>
        <a:srgbClr val="FFFFFF"/>
      </a:lt1>
      <a:dk2>
        <a:srgbClr val="003D5B"/>
      </a:dk2>
      <a:lt2>
        <a:srgbClr val="F2F2F2"/>
      </a:lt2>
      <a:accent1>
        <a:srgbClr val="003D5A"/>
      </a:accent1>
      <a:accent2>
        <a:srgbClr val="00737F"/>
      </a:accent2>
      <a:accent3>
        <a:srgbClr val="25E2CC"/>
      </a:accent3>
      <a:accent4>
        <a:srgbClr val="FBCA18"/>
      </a:accent4>
      <a:accent5>
        <a:srgbClr val="FF8400"/>
      </a:accent5>
      <a:accent6>
        <a:srgbClr val="CC3262"/>
      </a:accent6>
      <a:hlink>
        <a:srgbClr val="007380"/>
      </a:hlink>
      <a:folHlink>
        <a:srgbClr val="25E2CC"/>
      </a:folHlink>
    </a:clrScheme>
    <a:fontScheme name="CNX 2024">
      <a:majorFont>
        <a:latin typeface="Montserrat ExtraBold"/>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spPr>
      <a:bodyPr wrap="square" rtlCol="0" anchor="ctr">
        <a:noAutofit/>
      </a:bodyPr>
      <a:lstStyle>
        <a:defPPr algn="l">
          <a:lnSpc>
            <a:spcPct val="90000"/>
          </a:lnSpc>
          <a:defRPr sz="1400" kern="0" dirty="0"/>
        </a:defPPr>
      </a:lstStyle>
    </a:spDef>
    <a:lnDef>
      <a:spPr>
        <a:noFill/>
        <a:ln w="12700" cap="flat">
          <a:solidFill>
            <a:schemeClr val="tx2"/>
          </a:solidFill>
          <a:prstDash val="solid"/>
          <a:round/>
        </a:ln>
        <a:effectLst/>
        <a:sp3d/>
      </a:spPr>
      <a:bodyPr/>
      <a:lstStyle/>
      <a:style>
        <a:lnRef idx="0">
          <a:scrgbClr r="0" g="0" b="0"/>
        </a:lnRef>
        <a:fillRef idx="0">
          <a:scrgbClr r="0" g="0" b="0"/>
        </a:fillRef>
        <a:effectRef idx="0">
          <a:scrgbClr r="0" g="0" b="0"/>
        </a:effectRef>
        <a:fontRef idx="none"/>
      </a:style>
    </a:lnDef>
    <a:txDef>
      <a:spPr>
        <a:noFill/>
        <a:ln>
          <a:noFill/>
        </a:ln>
      </a:spPr>
      <a:bodyPr wrap="square" rtlCol="0">
        <a:noAutofit/>
      </a:bodyPr>
      <a:lstStyle>
        <a:defPPr algn="l" defTabSz="228600">
          <a:lnSpc>
            <a:spcPct val="90000"/>
          </a:lnSpc>
          <a:spcBef>
            <a:spcPts val="600"/>
          </a:spcBef>
          <a:buSzPct val="100000"/>
          <a:defRPr sz="1400" kern="0" dirty="0" err="1" smtClean="0">
            <a:sym typeface="Trebuchet MS"/>
          </a:defRPr>
        </a:defPPr>
      </a:lstStyle>
    </a:txDef>
  </a:objectDefaults>
  <a:extraClrSchemeLst/>
  <a:extLst>
    <a:ext uri="{05A4C25C-085E-4340-85A3-A5531E510DB2}">
      <thm15:themeFamily xmlns:thm15="http://schemas.microsoft.com/office/thememl/2012/main" name="Interim branding template" id="{F562B5D9-2915-4526-8138-D07FD7568B65}" vid="{7F0DEB60-6BB0-4F56-A714-9C76FE30D74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TemplafySlideFormConfiguration><![CDATA[{"formFields":[],"formDataEntries":[]}]]></TemplafySlideFormConfiguration>
</file>

<file path=customXml/item2.xml><?xml version="1.0" encoding="utf-8"?>
<ct:contentTypeSchema xmlns:ct="http://schemas.microsoft.com/office/2006/metadata/contentType" xmlns:ma="http://schemas.microsoft.com/office/2006/metadata/properties/metaAttributes" ct:_="" ma:_="" ma:contentTypeName="Document" ma:contentTypeID="0x010100A92505365093BF499719A1507D183F89" ma:contentTypeVersion="10" ma:contentTypeDescription="Create a new document." ma:contentTypeScope="" ma:versionID="368f85c50db95b5d7393b84921f763c9">
  <xsd:schema xmlns:xsd="http://www.w3.org/2001/XMLSchema" xmlns:xs="http://www.w3.org/2001/XMLSchema" xmlns:p="http://schemas.microsoft.com/office/2006/metadata/properties" xmlns:ns2="74987fb9-6a34-4288-98a0-47e11dcc15a4" xmlns:ns3="c46b876e-8ab2-4dcf-a8a9-cf3b5cb2cbc0" targetNamespace="http://schemas.microsoft.com/office/2006/metadata/properties" ma:root="true" ma:fieldsID="db3936b55b2b666b9e686965dd7e5aba" ns2:_="" ns3:_="">
    <xsd:import namespace="74987fb9-6a34-4288-98a0-47e11dcc15a4"/>
    <xsd:import namespace="c46b876e-8ab2-4dcf-a8a9-cf3b5cb2cb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987fb9-6a34-4288-98a0-47e11dcc15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3c75221-6d37-4f95-92e8-0b0ea719688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46b876e-8ab2-4dcf-a8a9-cf3b5cb2cbc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7318701-164d-4ace-8c2b-43d7a2f2241d}" ma:internalName="TaxCatchAll" ma:showField="CatchAllData" ma:web="c46b876e-8ab2-4dcf-a8a9-cf3b5cb2cb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4987fb9-6a34-4288-98a0-47e11dcc15a4">
      <Terms xmlns="http://schemas.microsoft.com/office/infopath/2007/PartnerControls"/>
    </lcf76f155ced4ddcb4097134ff3c332f>
    <TaxCatchAll xmlns="c46b876e-8ab2-4dcf-a8a9-cf3b5cb2cbc0"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emplafySlideTemplateConfiguration><![CDATA[{"slideVersion":1,"isValidatorEnabled":false,"isLocked":false,"elementsMetadata":[],"slideId":"638301099603523731","enableDocumentContentUpdater":false,"version":"2.0"}]]></TemplafySlideTemplateConfiguration>
</file>

<file path=customXml/itemProps1.xml><?xml version="1.0" encoding="utf-8"?>
<ds:datastoreItem xmlns:ds="http://schemas.openxmlformats.org/officeDocument/2006/customXml" ds:itemID="{2EB396B2-7F49-9C41-A5A8-13A0F7E278AC}">
  <ds:schemaRefs/>
</ds:datastoreItem>
</file>

<file path=customXml/itemProps2.xml><?xml version="1.0" encoding="utf-8"?>
<ds:datastoreItem xmlns:ds="http://schemas.openxmlformats.org/officeDocument/2006/customXml" ds:itemID="{B7B77082-A77E-4B9B-B4F3-3659DC0C5D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987fb9-6a34-4288-98a0-47e11dcc15a4"/>
    <ds:schemaRef ds:uri="c46b876e-8ab2-4dcf-a8a9-cf3b5cb2cb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3F9AED-4560-4D0D-BDBE-49F3F2998283}">
  <ds:schemaRefs>
    <ds:schemaRef ds:uri="45964cfb-c808-4871-a13e-ea8896848471"/>
    <ds:schemaRef ds:uri="8e347606-6e1d-4fd9-bbbb-d6c2db90378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de42f4ac-84f3-4ffe-9f79-5573a37ed263"/>
    <ds:schemaRef ds:uri="82be051d-a92b-4565-a187-f8e96d13932e"/>
    <ds:schemaRef ds:uri="74987fb9-6a34-4288-98a0-47e11dcc15a4"/>
    <ds:schemaRef ds:uri="c46b876e-8ab2-4dcf-a8a9-cf3b5cb2cbc0"/>
  </ds:schemaRefs>
</ds:datastoreItem>
</file>

<file path=customXml/itemProps4.xml><?xml version="1.0" encoding="utf-8"?>
<ds:datastoreItem xmlns:ds="http://schemas.openxmlformats.org/officeDocument/2006/customXml" ds:itemID="{3F13D775-8351-48E5-AB83-ADB4BC332943}">
  <ds:schemaRefs>
    <ds:schemaRef ds:uri="http://schemas.microsoft.com/sharepoint/v3/contenttype/forms"/>
  </ds:schemaRefs>
</ds:datastoreItem>
</file>

<file path=customXml/itemProps5.xml><?xml version="1.0" encoding="utf-8"?>
<ds:datastoreItem xmlns:ds="http://schemas.openxmlformats.org/officeDocument/2006/customXml" ds:itemID="{CAE61372-96E2-794E-BA83-FF3F0DE9C4C0}">
  <ds:schemaRefs/>
</ds:datastoreItem>
</file>

<file path=docProps/app.xml><?xml version="1.0" encoding="utf-8"?>
<Properties xmlns="http://schemas.openxmlformats.org/officeDocument/2006/extended-properties" xmlns:vt="http://schemas.openxmlformats.org/officeDocument/2006/docPropsVTypes">
  <Template>1_CNX Newco brand</Template>
  <TotalTime>53</TotalTime>
  <Words>1888</Words>
  <Application>Microsoft Macintosh PowerPoint</Application>
  <PresentationFormat>Widescreen</PresentationFormat>
  <Paragraphs>168</Paragraphs>
  <Slides>5</Slides>
  <Notes>3</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5</vt:i4>
      </vt:variant>
    </vt:vector>
  </HeadingPairs>
  <TitlesOfParts>
    <vt:vector size="22" baseType="lpstr">
      <vt:lpstr>Aptos</vt:lpstr>
      <vt:lpstr>Arial</vt:lpstr>
      <vt:lpstr>Arial Black</vt:lpstr>
      <vt:lpstr>Calibri</vt:lpstr>
      <vt:lpstr>Courier New</vt:lpstr>
      <vt:lpstr>Helvetica</vt:lpstr>
      <vt:lpstr>Montserrat</vt:lpstr>
      <vt:lpstr>Montserrat Bold</vt:lpstr>
      <vt:lpstr>Montserrat ExtraBold</vt:lpstr>
      <vt:lpstr>Montserrat Light</vt:lpstr>
      <vt:lpstr>Montserrat SemiBold</vt:lpstr>
      <vt:lpstr>Symbol</vt:lpstr>
      <vt:lpstr>Trebuchet MS</vt:lpstr>
      <vt:lpstr>1_CNX Newco brand</vt:lpstr>
      <vt:lpstr>2_CNX Newco brand</vt:lpstr>
      <vt:lpstr>1_Custom Design</vt:lpstr>
      <vt:lpstr>1_CNX-NewCo_brand</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Heim</dc:creator>
  <cp:keywords/>
  <dc:description/>
  <cp:lastModifiedBy>Floris Pop</cp:lastModifiedBy>
  <cp:revision>7</cp:revision>
  <dcterms:created xsi:type="dcterms:W3CDTF">2024-12-05T16:19:37Z</dcterms:created>
  <dcterms:modified xsi:type="dcterms:W3CDTF">2026-02-03T15:49:36Z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0x010100A92505365093BF499719A1507D183F89</vt:lpwstr>
  </property>
  <property fmtid="{D5CDD505-2E9C-101B-9397-08002B2CF9AE}" pid="3" name="MSIP_Label_9865099d-927c-4feb-921a-8692d085005d_Enabled">
    <vt:lpwstr>true</vt:lpwstr>
  </property>
  <property fmtid="{D5CDD505-2E9C-101B-9397-08002B2CF9AE}" pid="4" name="MSIP_Label_9865099d-927c-4feb-921a-8692d085005d_SetDate">
    <vt:lpwstr>2023-08-14T11:53:41Z</vt:lpwstr>
  </property>
  <property fmtid="{D5CDD505-2E9C-101B-9397-08002B2CF9AE}" pid="5" name="MSIP_Label_9865099d-927c-4feb-921a-8692d085005d_Method">
    <vt:lpwstr>Standard</vt:lpwstr>
  </property>
  <property fmtid="{D5CDD505-2E9C-101B-9397-08002B2CF9AE}" pid="6" name="MSIP_Label_9865099d-927c-4feb-921a-8692d085005d_Name">
    <vt:lpwstr>9865099d-927c-4feb-921a-8692d085005d</vt:lpwstr>
  </property>
  <property fmtid="{D5CDD505-2E9C-101B-9397-08002B2CF9AE}" pid="7" name="MSIP_Label_9865099d-927c-4feb-921a-8692d085005d_SiteId">
    <vt:lpwstr>289dae10-af47-4873-b9a0-2fc36e69cf2f</vt:lpwstr>
  </property>
  <property fmtid="{D5CDD505-2E9C-101B-9397-08002B2CF9AE}" pid="8" name="MSIP_Label_9865099d-927c-4feb-921a-8692d085005d_ActionId">
    <vt:lpwstr>46da00af-424f-4209-8cd4-4ee1eab20d55</vt:lpwstr>
  </property>
  <property fmtid="{D5CDD505-2E9C-101B-9397-08002B2CF9AE}" pid="9" name="MSIP_Label_9865099d-927c-4feb-921a-8692d085005d_ContentBits">
    <vt:lpwstr>1</vt:lpwstr>
  </property>
  <property fmtid="{D5CDD505-2E9C-101B-9397-08002B2CF9AE}" pid="10" name="ClassificationContentMarkingHeaderLocations">
    <vt:lpwstr>5_Office Theme:6</vt:lpwstr>
  </property>
  <property fmtid="{D5CDD505-2E9C-101B-9397-08002B2CF9AE}" pid="11" name="ClassificationContentMarkingHeaderText">
    <vt:lpwstr>Webhelp Classified - Confidential</vt:lpwstr>
  </property>
  <property fmtid="{D5CDD505-2E9C-101B-9397-08002B2CF9AE}" pid="12" name="MediaServiceImageTags">
    <vt:lpwstr/>
  </property>
</Properties>
</file>